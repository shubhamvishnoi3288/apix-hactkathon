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6CED83-709D-475E-90B6-CE9007AFBD7E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464E7DC-0B5E-406C-BE04-FCAF9F0C0F6E}">
      <dgm:prSet/>
      <dgm:spPr/>
      <dgm:t>
        <a:bodyPr/>
        <a:lstStyle/>
        <a:p>
          <a:endParaRPr lang="en-US" dirty="0"/>
        </a:p>
      </dgm:t>
    </dgm:pt>
    <dgm:pt modelId="{8F4B4DC3-7CB4-4CCE-BB27-5638C5693472}" type="parTrans" cxnId="{0FE61973-1277-4030-B1FF-6DAD0C5CD661}">
      <dgm:prSet/>
      <dgm:spPr/>
      <dgm:t>
        <a:bodyPr/>
        <a:lstStyle/>
        <a:p>
          <a:endParaRPr lang="en-US"/>
        </a:p>
      </dgm:t>
    </dgm:pt>
    <dgm:pt modelId="{92BA3CF5-90E4-4533-BB32-411C3E917DA0}" type="sibTrans" cxnId="{0FE61973-1277-4030-B1FF-6DAD0C5CD661}">
      <dgm:prSet/>
      <dgm:spPr/>
      <dgm:t>
        <a:bodyPr/>
        <a:lstStyle/>
        <a:p>
          <a:endParaRPr lang="en-US"/>
        </a:p>
      </dgm:t>
    </dgm:pt>
    <dgm:pt modelId="{393887D9-ECD5-429C-BAC6-3100935C6E37}">
      <dgm:prSet/>
      <dgm:spPr/>
      <dgm:t>
        <a:bodyPr/>
        <a:lstStyle/>
        <a:p>
          <a:r>
            <a:rPr lang="en-US"/>
            <a:t>✔ Project Name: </a:t>
          </a:r>
          <a:r>
            <a:rPr lang="en-US" b="1"/>
            <a:t>TrustKYC</a:t>
          </a:r>
          <a:br>
            <a:rPr lang="en-US"/>
          </a:br>
          <a:r>
            <a:rPr lang="en-US"/>
            <a:t>✔ Team Name: AI Innovation Team</a:t>
          </a:r>
          <a:br>
            <a:rPr lang="en-US"/>
          </a:br>
          <a:r>
            <a:rPr lang="en-US"/>
            <a:t>✔ Team Members: 2 Member</a:t>
          </a:r>
          <a:br>
            <a:rPr lang="en-US"/>
          </a:br>
          <a:r>
            <a:rPr lang="en-US"/>
            <a:t>✔ Submission Category: </a:t>
          </a:r>
          <a:r>
            <a:rPr lang="en-US" b="1"/>
            <a:t>Theme 1 — Tokenised KYC</a:t>
          </a:r>
          <a:endParaRPr lang="en-US"/>
        </a:p>
      </dgm:t>
    </dgm:pt>
    <dgm:pt modelId="{5FBF6CC5-3E10-430A-89DB-E54158A9B9C5}" type="parTrans" cxnId="{CF6DAF9F-68EB-46B6-B7A3-70942DC473F2}">
      <dgm:prSet/>
      <dgm:spPr/>
      <dgm:t>
        <a:bodyPr/>
        <a:lstStyle/>
        <a:p>
          <a:endParaRPr lang="en-US"/>
        </a:p>
      </dgm:t>
    </dgm:pt>
    <dgm:pt modelId="{EEE57C6D-7347-4633-B551-859D36920555}" type="sibTrans" cxnId="{CF6DAF9F-68EB-46B6-B7A3-70942DC473F2}">
      <dgm:prSet/>
      <dgm:spPr/>
      <dgm:t>
        <a:bodyPr/>
        <a:lstStyle/>
        <a:p>
          <a:endParaRPr lang="en-US"/>
        </a:p>
      </dgm:t>
    </dgm:pt>
    <dgm:pt modelId="{5A5BBBA1-5D71-473C-887C-E254C2A9C8E6}" type="pres">
      <dgm:prSet presAssocID="{576CED83-709D-475E-90B6-CE9007AFBD7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1D9CDF5-17F1-4959-A737-CD2E2CB0C5ED}" type="pres">
      <dgm:prSet presAssocID="{8464E7DC-0B5E-406C-BE04-FCAF9F0C0F6E}" presName="hierRoot1" presStyleCnt="0"/>
      <dgm:spPr/>
    </dgm:pt>
    <dgm:pt modelId="{F30229D2-3C3F-4B72-A05C-30614D280BA7}" type="pres">
      <dgm:prSet presAssocID="{8464E7DC-0B5E-406C-BE04-FCAF9F0C0F6E}" presName="composite" presStyleCnt="0"/>
      <dgm:spPr/>
    </dgm:pt>
    <dgm:pt modelId="{3B4350ED-C769-48F3-A870-CE4D3B9BD36A}" type="pres">
      <dgm:prSet presAssocID="{8464E7DC-0B5E-406C-BE04-FCAF9F0C0F6E}" presName="background" presStyleLbl="node0" presStyleIdx="0" presStyleCnt="2"/>
      <dgm:spPr/>
    </dgm:pt>
    <dgm:pt modelId="{3705D564-15AD-4DEF-BD8D-A56FBF7AE0A8}" type="pres">
      <dgm:prSet presAssocID="{8464E7DC-0B5E-406C-BE04-FCAF9F0C0F6E}" presName="text" presStyleLbl="fgAcc0" presStyleIdx="0" presStyleCnt="2">
        <dgm:presLayoutVars>
          <dgm:chPref val="3"/>
        </dgm:presLayoutVars>
      </dgm:prSet>
      <dgm:spPr/>
    </dgm:pt>
    <dgm:pt modelId="{9E5A07E7-734E-4DB6-B916-B05952E9D59F}" type="pres">
      <dgm:prSet presAssocID="{8464E7DC-0B5E-406C-BE04-FCAF9F0C0F6E}" presName="hierChild2" presStyleCnt="0"/>
      <dgm:spPr/>
    </dgm:pt>
    <dgm:pt modelId="{B56E09B7-F128-4BC5-8558-240ED60790A3}" type="pres">
      <dgm:prSet presAssocID="{393887D9-ECD5-429C-BAC6-3100935C6E37}" presName="hierRoot1" presStyleCnt="0"/>
      <dgm:spPr/>
    </dgm:pt>
    <dgm:pt modelId="{C2779753-338E-4AB7-A63D-9CB43278186F}" type="pres">
      <dgm:prSet presAssocID="{393887D9-ECD5-429C-BAC6-3100935C6E37}" presName="composite" presStyleCnt="0"/>
      <dgm:spPr/>
    </dgm:pt>
    <dgm:pt modelId="{6BB4AE56-E641-43AD-9D87-D27F39BF0EE7}" type="pres">
      <dgm:prSet presAssocID="{393887D9-ECD5-429C-BAC6-3100935C6E37}" presName="background" presStyleLbl="node0" presStyleIdx="1" presStyleCnt="2"/>
      <dgm:spPr/>
    </dgm:pt>
    <dgm:pt modelId="{618B8292-BCEA-4DD1-9979-074D19FEFE1D}" type="pres">
      <dgm:prSet presAssocID="{393887D9-ECD5-429C-BAC6-3100935C6E37}" presName="text" presStyleLbl="fgAcc0" presStyleIdx="1" presStyleCnt="2">
        <dgm:presLayoutVars>
          <dgm:chPref val="3"/>
        </dgm:presLayoutVars>
      </dgm:prSet>
      <dgm:spPr/>
    </dgm:pt>
    <dgm:pt modelId="{188B9FF8-9C55-4A40-AA11-4C2E6878344F}" type="pres">
      <dgm:prSet presAssocID="{393887D9-ECD5-429C-BAC6-3100935C6E37}" presName="hierChild2" presStyleCnt="0"/>
      <dgm:spPr/>
    </dgm:pt>
  </dgm:ptLst>
  <dgm:cxnLst>
    <dgm:cxn modelId="{3E8BF719-B35D-4C88-8460-F8C9B957627A}" type="presOf" srcId="{576CED83-709D-475E-90B6-CE9007AFBD7E}" destId="{5A5BBBA1-5D71-473C-887C-E254C2A9C8E6}" srcOrd="0" destOrd="0" presId="urn:microsoft.com/office/officeart/2005/8/layout/hierarchy1"/>
    <dgm:cxn modelId="{0FE61973-1277-4030-B1FF-6DAD0C5CD661}" srcId="{576CED83-709D-475E-90B6-CE9007AFBD7E}" destId="{8464E7DC-0B5E-406C-BE04-FCAF9F0C0F6E}" srcOrd="0" destOrd="0" parTransId="{8F4B4DC3-7CB4-4CCE-BB27-5638C5693472}" sibTransId="{92BA3CF5-90E4-4533-BB32-411C3E917DA0}"/>
    <dgm:cxn modelId="{CF6DAF9F-68EB-46B6-B7A3-70942DC473F2}" srcId="{576CED83-709D-475E-90B6-CE9007AFBD7E}" destId="{393887D9-ECD5-429C-BAC6-3100935C6E37}" srcOrd="1" destOrd="0" parTransId="{5FBF6CC5-3E10-430A-89DB-E54158A9B9C5}" sibTransId="{EEE57C6D-7347-4633-B551-859D36920555}"/>
    <dgm:cxn modelId="{6D5C96C1-4821-4FEE-8E56-860C91216C9D}" type="presOf" srcId="{393887D9-ECD5-429C-BAC6-3100935C6E37}" destId="{618B8292-BCEA-4DD1-9979-074D19FEFE1D}" srcOrd="0" destOrd="0" presId="urn:microsoft.com/office/officeart/2005/8/layout/hierarchy1"/>
    <dgm:cxn modelId="{EDAEF1C7-CB34-46C2-B2F4-6600A8309ACC}" type="presOf" srcId="{8464E7DC-0B5E-406C-BE04-FCAF9F0C0F6E}" destId="{3705D564-15AD-4DEF-BD8D-A56FBF7AE0A8}" srcOrd="0" destOrd="0" presId="urn:microsoft.com/office/officeart/2005/8/layout/hierarchy1"/>
    <dgm:cxn modelId="{99E96EB0-C879-4323-BAA4-B744BDFFA1B9}" type="presParOf" srcId="{5A5BBBA1-5D71-473C-887C-E254C2A9C8E6}" destId="{31D9CDF5-17F1-4959-A737-CD2E2CB0C5ED}" srcOrd="0" destOrd="0" presId="urn:microsoft.com/office/officeart/2005/8/layout/hierarchy1"/>
    <dgm:cxn modelId="{C0E1A4E9-A4D7-4774-9EC1-21485207D5E5}" type="presParOf" srcId="{31D9CDF5-17F1-4959-A737-CD2E2CB0C5ED}" destId="{F30229D2-3C3F-4B72-A05C-30614D280BA7}" srcOrd="0" destOrd="0" presId="urn:microsoft.com/office/officeart/2005/8/layout/hierarchy1"/>
    <dgm:cxn modelId="{808347C2-40B1-4C45-B593-081F887E6F73}" type="presParOf" srcId="{F30229D2-3C3F-4B72-A05C-30614D280BA7}" destId="{3B4350ED-C769-48F3-A870-CE4D3B9BD36A}" srcOrd="0" destOrd="0" presId="urn:microsoft.com/office/officeart/2005/8/layout/hierarchy1"/>
    <dgm:cxn modelId="{5F0E51E3-B75A-4D59-9636-592443C7523A}" type="presParOf" srcId="{F30229D2-3C3F-4B72-A05C-30614D280BA7}" destId="{3705D564-15AD-4DEF-BD8D-A56FBF7AE0A8}" srcOrd="1" destOrd="0" presId="urn:microsoft.com/office/officeart/2005/8/layout/hierarchy1"/>
    <dgm:cxn modelId="{3CE155BC-7BD8-4E36-BB16-B9118B49037B}" type="presParOf" srcId="{31D9CDF5-17F1-4959-A737-CD2E2CB0C5ED}" destId="{9E5A07E7-734E-4DB6-B916-B05952E9D59F}" srcOrd="1" destOrd="0" presId="urn:microsoft.com/office/officeart/2005/8/layout/hierarchy1"/>
    <dgm:cxn modelId="{34705791-E536-4EBE-AE6E-994B98E48910}" type="presParOf" srcId="{5A5BBBA1-5D71-473C-887C-E254C2A9C8E6}" destId="{B56E09B7-F128-4BC5-8558-240ED60790A3}" srcOrd="1" destOrd="0" presId="urn:microsoft.com/office/officeart/2005/8/layout/hierarchy1"/>
    <dgm:cxn modelId="{20A654D5-0DFB-4A61-826A-40F1A2706988}" type="presParOf" srcId="{B56E09B7-F128-4BC5-8558-240ED60790A3}" destId="{C2779753-338E-4AB7-A63D-9CB43278186F}" srcOrd="0" destOrd="0" presId="urn:microsoft.com/office/officeart/2005/8/layout/hierarchy1"/>
    <dgm:cxn modelId="{F3CBF53A-594A-4896-8A62-B054CA9E1F4C}" type="presParOf" srcId="{C2779753-338E-4AB7-A63D-9CB43278186F}" destId="{6BB4AE56-E641-43AD-9D87-D27F39BF0EE7}" srcOrd="0" destOrd="0" presId="urn:microsoft.com/office/officeart/2005/8/layout/hierarchy1"/>
    <dgm:cxn modelId="{336BBB18-8B1E-4297-B1F1-1A73FEAE1493}" type="presParOf" srcId="{C2779753-338E-4AB7-A63D-9CB43278186F}" destId="{618B8292-BCEA-4DD1-9979-074D19FEFE1D}" srcOrd="1" destOrd="0" presId="urn:microsoft.com/office/officeart/2005/8/layout/hierarchy1"/>
    <dgm:cxn modelId="{84C40D76-829A-4F73-B888-6702947243C7}" type="presParOf" srcId="{B56E09B7-F128-4BC5-8558-240ED60790A3}" destId="{188B9FF8-9C55-4A40-AA11-4C2E6878344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6B23802-CCDA-4067-A7B0-82D27F1DB5FB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DEBFDA3-1CF2-4ADD-A524-D27C121D95EA}">
      <dgm:prSet/>
      <dgm:spPr/>
      <dgm:t>
        <a:bodyPr/>
        <a:lstStyle/>
        <a:p>
          <a:r>
            <a:rPr lang="en-IN"/>
            <a:t>Today in India, every bank, wallet, insurance provider, and financial application requires a separate KYC process.</a:t>
          </a:r>
          <a:endParaRPr lang="en-US"/>
        </a:p>
      </dgm:t>
    </dgm:pt>
    <dgm:pt modelId="{1B7750F6-7AAE-4AA2-BBBC-A2E83F369210}" type="parTrans" cxnId="{A954910F-0956-4127-A72B-2D94D11A2F8A}">
      <dgm:prSet/>
      <dgm:spPr/>
      <dgm:t>
        <a:bodyPr/>
        <a:lstStyle/>
        <a:p>
          <a:endParaRPr lang="en-US"/>
        </a:p>
      </dgm:t>
    </dgm:pt>
    <dgm:pt modelId="{D108151C-7BAB-4DCE-A4D1-BA2FC13B235B}" type="sibTrans" cxnId="{A954910F-0956-4127-A72B-2D94D11A2F8A}">
      <dgm:prSet/>
      <dgm:spPr/>
      <dgm:t>
        <a:bodyPr/>
        <a:lstStyle/>
        <a:p>
          <a:endParaRPr lang="en-US"/>
        </a:p>
      </dgm:t>
    </dgm:pt>
    <dgm:pt modelId="{DE5F071B-94C2-4263-B073-6CB2A96DBEC3}">
      <dgm:prSet/>
      <dgm:spPr/>
      <dgm:t>
        <a:bodyPr/>
        <a:lstStyle/>
        <a:p>
          <a:r>
            <a:rPr lang="en-IN"/>
            <a:t>This results in:</a:t>
          </a:r>
          <a:endParaRPr lang="en-US"/>
        </a:p>
      </dgm:t>
    </dgm:pt>
    <dgm:pt modelId="{2719BFF4-5751-44DD-9475-B592064D012A}" type="parTrans" cxnId="{D1EDDFC4-E328-4DA3-B40A-F73DE1DE07CA}">
      <dgm:prSet/>
      <dgm:spPr/>
      <dgm:t>
        <a:bodyPr/>
        <a:lstStyle/>
        <a:p>
          <a:endParaRPr lang="en-US"/>
        </a:p>
      </dgm:t>
    </dgm:pt>
    <dgm:pt modelId="{DCBE63F5-2136-4D01-922A-E99DE4039200}" type="sibTrans" cxnId="{D1EDDFC4-E328-4DA3-B40A-F73DE1DE07CA}">
      <dgm:prSet/>
      <dgm:spPr/>
      <dgm:t>
        <a:bodyPr/>
        <a:lstStyle/>
        <a:p>
          <a:endParaRPr lang="en-US"/>
        </a:p>
      </dgm:t>
    </dgm:pt>
    <dgm:pt modelId="{F1C7E6A9-12C2-4CB2-B3CD-934FFA5E4045}">
      <dgm:prSet/>
      <dgm:spPr/>
      <dgm:t>
        <a:bodyPr/>
        <a:lstStyle/>
        <a:p>
          <a:r>
            <a:rPr lang="en-IN"/>
            <a:t>User onboarding friction</a:t>
          </a:r>
          <a:endParaRPr lang="en-US"/>
        </a:p>
      </dgm:t>
    </dgm:pt>
    <dgm:pt modelId="{A89F2D69-3E05-40B0-867D-95C9AF2C3553}" type="parTrans" cxnId="{0B7D7492-D619-45F9-94AC-1C5299856E3B}">
      <dgm:prSet/>
      <dgm:spPr/>
      <dgm:t>
        <a:bodyPr/>
        <a:lstStyle/>
        <a:p>
          <a:endParaRPr lang="en-US"/>
        </a:p>
      </dgm:t>
    </dgm:pt>
    <dgm:pt modelId="{3EB4CE11-1BD3-4DF7-8442-369737C31F3E}" type="sibTrans" cxnId="{0B7D7492-D619-45F9-94AC-1C5299856E3B}">
      <dgm:prSet/>
      <dgm:spPr/>
      <dgm:t>
        <a:bodyPr/>
        <a:lstStyle/>
        <a:p>
          <a:endParaRPr lang="en-US"/>
        </a:p>
      </dgm:t>
    </dgm:pt>
    <dgm:pt modelId="{06A5D8BA-953B-42F8-8DA0-0451C0091329}">
      <dgm:prSet/>
      <dgm:spPr/>
      <dgm:t>
        <a:bodyPr/>
        <a:lstStyle/>
        <a:p>
          <a:r>
            <a:rPr lang="en-IN"/>
            <a:t>Repeated verification cost</a:t>
          </a:r>
          <a:endParaRPr lang="en-US"/>
        </a:p>
      </dgm:t>
    </dgm:pt>
    <dgm:pt modelId="{BF9D0314-8F6C-4D36-B2D5-405D42D39D48}" type="parTrans" cxnId="{24E060F7-59CA-4529-AD83-7331DA2F5EEB}">
      <dgm:prSet/>
      <dgm:spPr/>
      <dgm:t>
        <a:bodyPr/>
        <a:lstStyle/>
        <a:p>
          <a:endParaRPr lang="en-US"/>
        </a:p>
      </dgm:t>
    </dgm:pt>
    <dgm:pt modelId="{213714A9-494C-4241-A77A-1FDDBF07FAA3}" type="sibTrans" cxnId="{24E060F7-59CA-4529-AD83-7331DA2F5EEB}">
      <dgm:prSet/>
      <dgm:spPr/>
      <dgm:t>
        <a:bodyPr/>
        <a:lstStyle/>
        <a:p>
          <a:endParaRPr lang="en-US"/>
        </a:p>
      </dgm:t>
    </dgm:pt>
    <dgm:pt modelId="{582F887A-A7E4-450A-A5C1-DF050AF1C189}">
      <dgm:prSet/>
      <dgm:spPr/>
      <dgm:t>
        <a:bodyPr/>
        <a:lstStyle/>
        <a:p>
          <a:r>
            <a:rPr lang="en-IN"/>
            <a:t>Higher risk of identity exposure &amp; data leaks</a:t>
          </a:r>
          <a:endParaRPr lang="en-US"/>
        </a:p>
      </dgm:t>
    </dgm:pt>
    <dgm:pt modelId="{F54199D0-D371-4DA7-A703-1FCF0996CCAC}" type="parTrans" cxnId="{95329F81-823B-4AAD-8409-E6BAC532741F}">
      <dgm:prSet/>
      <dgm:spPr/>
      <dgm:t>
        <a:bodyPr/>
        <a:lstStyle/>
        <a:p>
          <a:endParaRPr lang="en-US"/>
        </a:p>
      </dgm:t>
    </dgm:pt>
    <dgm:pt modelId="{DD9DD018-F1DD-43E1-822D-BF716B5020D9}" type="sibTrans" cxnId="{95329F81-823B-4AAD-8409-E6BAC532741F}">
      <dgm:prSet/>
      <dgm:spPr/>
      <dgm:t>
        <a:bodyPr/>
        <a:lstStyle/>
        <a:p>
          <a:endParaRPr lang="en-US"/>
        </a:p>
      </dgm:t>
    </dgm:pt>
    <dgm:pt modelId="{829C592D-FD4E-4AA6-B007-C3A6DF29AAC2}">
      <dgm:prSet/>
      <dgm:spPr/>
      <dgm:t>
        <a:bodyPr/>
        <a:lstStyle/>
        <a:p>
          <a:r>
            <a:rPr lang="en-IN"/>
            <a:t>Slow digital financial inclusion</a:t>
          </a:r>
          <a:endParaRPr lang="en-US"/>
        </a:p>
      </dgm:t>
    </dgm:pt>
    <dgm:pt modelId="{BA16E325-A63F-420A-B62C-7F98B50FAA63}" type="parTrans" cxnId="{FDF10D5E-D3B7-4AE3-9ED4-3B584FF19062}">
      <dgm:prSet/>
      <dgm:spPr/>
      <dgm:t>
        <a:bodyPr/>
        <a:lstStyle/>
        <a:p>
          <a:endParaRPr lang="en-US"/>
        </a:p>
      </dgm:t>
    </dgm:pt>
    <dgm:pt modelId="{4DDAAD40-8D30-4E7F-B3DF-5A001FEE43B0}" type="sibTrans" cxnId="{FDF10D5E-D3B7-4AE3-9ED4-3B584FF19062}">
      <dgm:prSet/>
      <dgm:spPr/>
      <dgm:t>
        <a:bodyPr/>
        <a:lstStyle/>
        <a:p>
          <a:endParaRPr lang="en-US"/>
        </a:p>
      </dgm:t>
    </dgm:pt>
    <dgm:pt modelId="{1493479E-4534-456D-B8DB-A47C96F64F7D}">
      <dgm:prSet/>
      <dgm:spPr/>
      <dgm:t>
        <a:bodyPr/>
        <a:lstStyle/>
        <a:p>
          <a:r>
            <a:rPr lang="en-IN" b="1"/>
            <a:t>Repeated KYC effort = Over ₹100 crore annual cost to the financial ecosystem (estimated)</a:t>
          </a:r>
          <a:endParaRPr lang="en-US"/>
        </a:p>
      </dgm:t>
    </dgm:pt>
    <dgm:pt modelId="{D464B8AA-19BC-4597-9B81-A48CF2B49D45}" type="parTrans" cxnId="{B066A787-A0EA-449A-B7DE-5126A25E2874}">
      <dgm:prSet/>
      <dgm:spPr/>
      <dgm:t>
        <a:bodyPr/>
        <a:lstStyle/>
        <a:p>
          <a:endParaRPr lang="en-US"/>
        </a:p>
      </dgm:t>
    </dgm:pt>
    <dgm:pt modelId="{82CDC83B-0004-426B-B079-DDFECB4D59B0}" type="sibTrans" cxnId="{B066A787-A0EA-449A-B7DE-5126A25E2874}">
      <dgm:prSet/>
      <dgm:spPr/>
      <dgm:t>
        <a:bodyPr/>
        <a:lstStyle/>
        <a:p>
          <a:endParaRPr lang="en-US"/>
        </a:p>
      </dgm:t>
    </dgm:pt>
    <dgm:pt modelId="{EA312847-56E7-4894-B0AD-A6949CA8FCD1}" type="pres">
      <dgm:prSet presAssocID="{76B23802-CCDA-4067-A7B0-82D27F1DB5FB}" presName="linear" presStyleCnt="0">
        <dgm:presLayoutVars>
          <dgm:animLvl val="lvl"/>
          <dgm:resizeHandles val="exact"/>
        </dgm:presLayoutVars>
      </dgm:prSet>
      <dgm:spPr/>
    </dgm:pt>
    <dgm:pt modelId="{21B3CD65-93D5-4200-AFCC-9850736F6FE6}" type="pres">
      <dgm:prSet presAssocID="{3DEBFDA3-1CF2-4ADD-A524-D27C121D95EA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E2D8039A-EBE3-4C7D-9B23-F2D1E3C9E2C0}" type="pres">
      <dgm:prSet presAssocID="{D108151C-7BAB-4DCE-A4D1-BA2FC13B235B}" presName="spacer" presStyleCnt="0"/>
      <dgm:spPr/>
    </dgm:pt>
    <dgm:pt modelId="{724A94CD-63DE-4129-8E42-5B8B64EC8E93}" type="pres">
      <dgm:prSet presAssocID="{DE5F071B-94C2-4263-B073-6CB2A96DBEC3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0F2A5E6F-213B-4035-AFF4-45EDD159CB7F}" type="pres">
      <dgm:prSet presAssocID="{DCBE63F5-2136-4D01-922A-E99DE4039200}" presName="spacer" presStyleCnt="0"/>
      <dgm:spPr/>
    </dgm:pt>
    <dgm:pt modelId="{70D3A923-9B62-4BDC-82B8-18B246452E1C}" type="pres">
      <dgm:prSet presAssocID="{F1C7E6A9-12C2-4CB2-B3CD-934FFA5E4045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63BF83D1-CD60-4EA6-9686-4E4C4F0AA4D4}" type="pres">
      <dgm:prSet presAssocID="{3EB4CE11-1BD3-4DF7-8442-369737C31F3E}" presName="spacer" presStyleCnt="0"/>
      <dgm:spPr/>
    </dgm:pt>
    <dgm:pt modelId="{496B13CC-2CF7-4247-9FC6-AEE7F4241612}" type="pres">
      <dgm:prSet presAssocID="{06A5D8BA-953B-42F8-8DA0-0451C0091329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1306F874-A360-40D6-81CD-094A46C4CF36}" type="pres">
      <dgm:prSet presAssocID="{213714A9-494C-4241-A77A-1FDDBF07FAA3}" presName="spacer" presStyleCnt="0"/>
      <dgm:spPr/>
    </dgm:pt>
    <dgm:pt modelId="{4CEC6020-E502-43B7-81B7-801B8AB3C372}" type="pres">
      <dgm:prSet presAssocID="{582F887A-A7E4-450A-A5C1-DF050AF1C189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5A4DE048-57F5-4E40-BA25-5BCE4E6979B4}" type="pres">
      <dgm:prSet presAssocID="{DD9DD018-F1DD-43E1-822D-BF716B5020D9}" presName="spacer" presStyleCnt="0"/>
      <dgm:spPr/>
    </dgm:pt>
    <dgm:pt modelId="{8AC5CDD5-6C9F-46BD-B2BC-002569E37A33}" type="pres">
      <dgm:prSet presAssocID="{829C592D-FD4E-4AA6-B007-C3A6DF29AAC2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FB636909-8223-4322-8048-4AF09DF2C50A}" type="pres">
      <dgm:prSet presAssocID="{4DDAAD40-8D30-4E7F-B3DF-5A001FEE43B0}" presName="spacer" presStyleCnt="0"/>
      <dgm:spPr/>
    </dgm:pt>
    <dgm:pt modelId="{E5CE0E6E-F8C6-49CD-89F1-698668D25515}" type="pres">
      <dgm:prSet presAssocID="{1493479E-4534-456D-B8DB-A47C96F64F7D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A954910F-0956-4127-A72B-2D94D11A2F8A}" srcId="{76B23802-CCDA-4067-A7B0-82D27F1DB5FB}" destId="{3DEBFDA3-1CF2-4ADD-A524-D27C121D95EA}" srcOrd="0" destOrd="0" parTransId="{1B7750F6-7AAE-4AA2-BBBC-A2E83F369210}" sibTransId="{D108151C-7BAB-4DCE-A4D1-BA2FC13B235B}"/>
    <dgm:cxn modelId="{6C3A0312-3983-4699-B0E3-39CE866FC032}" type="presOf" srcId="{582F887A-A7E4-450A-A5C1-DF050AF1C189}" destId="{4CEC6020-E502-43B7-81B7-801B8AB3C372}" srcOrd="0" destOrd="0" presId="urn:microsoft.com/office/officeart/2005/8/layout/vList2"/>
    <dgm:cxn modelId="{158FF536-D70D-4163-B72A-DC81D1904D7F}" type="presOf" srcId="{1493479E-4534-456D-B8DB-A47C96F64F7D}" destId="{E5CE0E6E-F8C6-49CD-89F1-698668D25515}" srcOrd="0" destOrd="0" presId="urn:microsoft.com/office/officeart/2005/8/layout/vList2"/>
    <dgm:cxn modelId="{82903D3A-D71E-4773-806C-317E3C639555}" type="presOf" srcId="{76B23802-CCDA-4067-A7B0-82D27F1DB5FB}" destId="{EA312847-56E7-4894-B0AD-A6949CA8FCD1}" srcOrd="0" destOrd="0" presId="urn:microsoft.com/office/officeart/2005/8/layout/vList2"/>
    <dgm:cxn modelId="{FDF10D5E-D3B7-4AE3-9ED4-3B584FF19062}" srcId="{76B23802-CCDA-4067-A7B0-82D27F1DB5FB}" destId="{829C592D-FD4E-4AA6-B007-C3A6DF29AAC2}" srcOrd="5" destOrd="0" parTransId="{BA16E325-A63F-420A-B62C-7F98B50FAA63}" sibTransId="{4DDAAD40-8D30-4E7F-B3DF-5A001FEE43B0}"/>
    <dgm:cxn modelId="{390E4C52-442F-4481-B1FF-8D0356889DAB}" type="presOf" srcId="{06A5D8BA-953B-42F8-8DA0-0451C0091329}" destId="{496B13CC-2CF7-4247-9FC6-AEE7F4241612}" srcOrd="0" destOrd="0" presId="urn:microsoft.com/office/officeart/2005/8/layout/vList2"/>
    <dgm:cxn modelId="{E6578958-0013-4986-93EC-3D54D576BC66}" type="presOf" srcId="{F1C7E6A9-12C2-4CB2-B3CD-934FFA5E4045}" destId="{70D3A923-9B62-4BDC-82B8-18B246452E1C}" srcOrd="0" destOrd="0" presId="urn:microsoft.com/office/officeart/2005/8/layout/vList2"/>
    <dgm:cxn modelId="{95329F81-823B-4AAD-8409-E6BAC532741F}" srcId="{76B23802-CCDA-4067-A7B0-82D27F1DB5FB}" destId="{582F887A-A7E4-450A-A5C1-DF050AF1C189}" srcOrd="4" destOrd="0" parTransId="{F54199D0-D371-4DA7-A703-1FCF0996CCAC}" sibTransId="{DD9DD018-F1DD-43E1-822D-BF716B5020D9}"/>
    <dgm:cxn modelId="{46A75D86-CE96-4068-B997-A0940A771C1A}" type="presOf" srcId="{DE5F071B-94C2-4263-B073-6CB2A96DBEC3}" destId="{724A94CD-63DE-4129-8E42-5B8B64EC8E93}" srcOrd="0" destOrd="0" presId="urn:microsoft.com/office/officeart/2005/8/layout/vList2"/>
    <dgm:cxn modelId="{B066A787-A0EA-449A-B7DE-5126A25E2874}" srcId="{76B23802-CCDA-4067-A7B0-82D27F1DB5FB}" destId="{1493479E-4534-456D-B8DB-A47C96F64F7D}" srcOrd="6" destOrd="0" parTransId="{D464B8AA-19BC-4597-9B81-A48CF2B49D45}" sibTransId="{82CDC83B-0004-426B-B079-DDFECB4D59B0}"/>
    <dgm:cxn modelId="{8638DA8F-349A-4293-963A-59CE04EE362C}" type="presOf" srcId="{829C592D-FD4E-4AA6-B007-C3A6DF29AAC2}" destId="{8AC5CDD5-6C9F-46BD-B2BC-002569E37A33}" srcOrd="0" destOrd="0" presId="urn:microsoft.com/office/officeart/2005/8/layout/vList2"/>
    <dgm:cxn modelId="{0B7D7492-D619-45F9-94AC-1C5299856E3B}" srcId="{76B23802-CCDA-4067-A7B0-82D27F1DB5FB}" destId="{F1C7E6A9-12C2-4CB2-B3CD-934FFA5E4045}" srcOrd="2" destOrd="0" parTransId="{A89F2D69-3E05-40B0-867D-95C9AF2C3553}" sibTransId="{3EB4CE11-1BD3-4DF7-8442-369737C31F3E}"/>
    <dgm:cxn modelId="{D1EDDFC4-E328-4DA3-B40A-F73DE1DE07CA}" srcId="{76B23802-CCDA-4067-A7B0-82D27F1DB5FB}" destId="{DE5F071B-94C2-4263-B073-6CB2A96DBEC3}" srcOrd="1" destOrd="0" parTransId="{2719BFF4-5751-44DD-9475-B592064D012A}" sibTransId="{DCBE63F5-2136-4D01-922A-E99DE4039200}"/>
    <dgm:cxn modelId="{5D145DCD-AAA7-4EF9-B479-E4D0A36A09C5}" type="presOf" srcId="{3DEBFDA3-1CF2-4ADD-A524-D27C121D95EA}" destId="{21B3CD65-93D5-4200-AFCC-9850736F6FE6}" srcOrd="0" destOrd="0" presId="urn:microsoft.com/office/officeart/2005/8/layout/vList2"/>
    <dgm:cxn modelId="{24E060F7-59CA-4529-AD83-7331DA2F5EEB}" srcId="{76B23802-CCDA-4067-A7B0-82D27F1DB5FB}" destId="{06A5D8BA-953B-42F8-8DA0-0451C0091329}" srcOrd="3" destOrd="0" parTransId="{BF9D0314-8F6C-4D36-B2D5-405D42D39D48}" sibTransId="{213714A9-494C-4241-A77A-1FDDBF07FAA3}"/>
    <dgm:cxn modelId="{D64B6EEB-3E8F-48F4-8232-D2007E528C69}" type="presParOf" srcId="{EA312847-56E7-4894-B0AD-A6949CA8FCD1}" destId="{21B3CD65-93D5-4200-AFCC-9850736F6FE6}" srcOrd="0" destOrd="0" presId="urn:microsoft.com/office/officeart/2005/8/layout/vList2"/>
    <dgm:cxn modelId="{C54F6E04-DCA7-454D-AF4E-F47D3A16917F}" type="presParOf" srcId="{EA312847-56E7-4894-B0AD-A6949CA8FCD1}" destId="{E2D8039A-EBE3-4C7D-9B23-F2D1E3C9E2C0}" srcOrd="1" destOrd="0" presId="urn:microsoft.com/office/officeart/2005/8/layout/vList2"/>
    <dgm:cxn modelId="{DC2264A0-07C5-4E45-BF22-ECC0A2E9901B}" type="presParOf" srcId="{EA312847-56E7-4894-B0AD-A6949CA8FCD1}" destId="{724A94CD-63DE-4129-8E42-5B8B64EC8E93}" srcOrd="2" destOrd="0" presId="urn:microsoft.com/office/officeart/2005/8/layout/vList2"/>
    <dgm:cxn modelId="{94212F39-313B-4CE8-8416-EF4370C2DD39}" type="presParOf" srcId="{EA312847-56E7-4894-B0AD-A6949CA8FCD1}" destId="{0F2A5E6F-213B-4035-AFF4-45EDD159CB7F}" srcOrd="3" destOrd="0" presId="urn:microsoft.com/office/officeart/2005/8/layout/vList2"/>
    <dgm:cxn modelId="{45A2BFA4-F29F-4E5F-978C-AF7044983F11}" type="presParOf" srcId="{EA312847-56E7-4894-B0AD-A6949CA8FCD1}" destId="{70D3A923-9B62-4BDC-82B8-18B246452E1C}" srcOrd="4" destOrd="0" presId="urn:microsoft.com/office/officeart/2005/8/layout/vList2"/>
    <dgm:cxn modelId="{74BEC098-8975-48CF-AD84-7B59864DBFF2}" type="presParOf" srcId="{EA312847-56E7-4894-B0AD-A6949CA8FCD1}" destId="{63BF83D1-CD60-4EA6-9686-4E4C4F0AA4D4}" srcOrd="5" destOrd="0" presId="urn:microsoft.com/office/officeart/2005/8/layout/vList2"/>
    <dgm:cxn modelId="{2C0E6584-4A0B-4C19-AB43-2B4805FEBF56}" type="presParOf" srcId="{EA312847-56E7-4894-B0AD-A6949CA8FCD1}" destId="{496B13CC-2CF7-4247-9FC6-AEE7F4241612}" srcOrd="6" destOrd="0" presId="urn:microsoft.com/office/officeart/2005/8/layout/vList2"/>
    <dgm:cxn modelId="{D43674D6-ABC6-4DE1-998E-044350B87DD7}" type="presParOf" srcId="{EA312847-56E7-4894-B0AD-A6949CA8FCD1}" destId="{1306F874-A360-40D6-81CD-094A46C4CF36}" srcOrd="7" destOrd="0" presId="urn:microsoft.com/office/officeart/2005/8/layout/vList2"/>
    <dgm:cxn modelId="{5DA3B014-017D-47F0-A6A7-8EF3EAFE66D6}" type="presParOf" srcId="{EA312847-56E7-4894-B0AD-A6949CA8FCD1}" destId="{4CEC6020-E502-43B7-81B7-801B8AB3C372}" srcOrd="8" destOrd="0" presId="urn:microsoft.com/office/officeart/2005/8/layout/vList2"/>
    <dgm:cxn modelId="{54956395-A305-4027-8C31-DD216634D356}" type="presParOf" srcId="{EA312847-56E7-4894-B0AD-A6949CA8FCD1}" destId="{5A4DE048-57F5-4E40-BA25-5BCE4E6979B4}" srcOrd="9" destOrd="0" presId="urn:microsoft.com/office/officeart/2005/8/layout/vList2"/>
    <dgm:cxn modelId="{8D921304-1321-41B2-A1E2-8CCDC07FE8CC}" type="presParOf" srcId="{EA312847-56E7-4894-B0AD-A6949CA8FCD1}" destId="{8AC5CDD5-6C9F-46BD-B2BC-002569E37A33}" srcOrd="10" destOrd="0" presId="urn:microsoft.com/office/officeart/2005/8/layout/vList2"/>
    <dgm:cxn modelId="{21C435D2-8CB8-41B8-AA13-059EAE1921D3}" type="presParOf" srcId="{EA312847-56E7-4894-B0AD-A6949CA8FCD1}" destId="{FB636909-8223-4322-8048-4AF09DF2C50A}" srcOrd="11" destOrd="0" presId="urn:microsoft.com/office/officeart/2005/8/layout/vList2"/>
    <dgm:cxn modelId="{8E0DEB8E-D422-4058-AF59-4C3E44B853A0}" type="presParOf" srcId="{EA312847-56E7-4894-B0AD-A6949CA8FCD1}" destId="{E5CE0E6E-F8C6-49CD-89F1-698668D25515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D1DE43E-9793-4AC4-B05E-5B8DE3E6BBA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8735ACC-C35B-4E74-93B2-9465C56600D6}">
      <dgm:prSet/>
      <dgm:spPr/>
      <dgm:t>
        <a:bodyPr/>
        <a:lstStyle/>
        <a:p>
          <a:r>
            <a:rPr lang="en-US" b="1"/>
            <a:t>Slide 4 — Vision Statement</a:t>
          </a:r>
          <a:endParaRPr lang="en-US"/>
        </a:p>
      </dgm:t>
    </dgm:pt>
    <dgm:pt modelId="{85EAABD6-2A70-45CC-9909-9783A481EA20}" type="parTrans" cxnId="{CE6F9906-64EF-4B73-B080-1D5C2C680295}">
      <dgm:prSet/>
      <dgm:spPr/>
      <dgm:t>
        <a:bodyPr/>
        <a:lstStyle/>
        <a:p>
          <a:endParaRPr lang="en-US"/>
        </a:p>
      </dgm:t>
    </dgm:pt>
    <dgm:pt modelId="{9993B2A3-0B0B-4C88-984F-EB879EB53C28}" type="sibTrans" cxnId="{CE6F9906-64EF-4B73-B080-1D5C2C680295}">
      <dgm:prSet/>
      <dgm:spPr/>
      <dgm:t>
        <a:bodyPr/>
        <a:lstStyle/>
        <a:p>
          <a:endParaRPr lang="en-US"/>
        </a:p>
      </dgm:t>
    </dgm:pt>
    <dgm:pt modelId="{26EF9B14-C98C-4526-B0A7-95F019D32ED0}">
      <dgm:prSet/>
      <dgm:spPr/>
      <dgm:t>
        <a:bodyPr/>
        <a:lstStyle/>
        <a:p>
          <a:r>
            <a:rPr lang="en-US"/>
            <a:t>“To create a reusable digital KYC identity token controlled by the user and accepted across all financial institutions in India.”</a:t>
          </a:r>
        </a:p>
      </dgm:t>
    </dgm:pt>
    <dgm:pt modelId="{264559C1-F0C8-46E8-ADEC-87626B954D8A}" type="parTrans" cxnId="{BA7A6526-1861-4F80-B4D0-88254326DD2E}">
      <dgm:prSet/>
      <dgm:spPr/>
      <dgm:t>
        <a:bodyPr/>
        <a:lstStyle/>
        <a:p>
          <a:endParaRPr lang="en-US"/>
        </a:p>
      </dgm:t>
    </dgm:pt>
    <dgm:pt modelId="{B01DC413-21A1-4E22-8AFF-9077B4E70FB1}" type="sibTrans" cxnId="{BA7A6526-1861-4F80-B4D0-88254326DD2E}">
      <dgm:prSet/>
      <dgm:spPr/>
      <dgm:t>
        <a:bodyPr/>
        <a:lstStyle/>
        <a:p>
          <a:endParaRPr lang="en-US"/>
        </a:p>
      </dgm:t>
    </dgm:pt>
    <dgm:pt modelId="{920B2220-E07B-497A-AD61-9A5875A37CFE}" type="pres">
      <dgm:prSet presAssocID="{4D1DE43E-9793-4AC4-B05E-5B8DE3E6BBA7}" presName="root" presStyleCnt="0">
        <dgm:presLayoutVars>
          <dgm:dir/>
          <dgm:resizeHandles val="exact"/>
        </dgm:presLayoutVars>
      </dgm:prSet>
      <dgm:spPr/>
    </dgm:pt>
    <dgm:pt modelId="{D938CCC3-1B99-4701-BD9E-EE670FE801E4}" type="pres">
      <dgm:prSet presAssocID="{58735ACC-C35B-4E74-93B2-9465C56600D6}" presName="compNode" presStyleCnt="0"/>
      <dgm:spPr/>
    </dgm:pt>
    <dgm:pt modelId="{177403C9-736D-4B09-8B83-D521670134A6}" type="pres">
      <dgm:prSet presAssocID="{58735ACC-C35B-4E74-93B2-9465C56600D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ye"/>
        </a:ext>
      </dgm:extLst>
    </dgm:pt>
    <dgm:pt modelId="{F17D7730-5D61-404F-BBFF-B085F27E134B}" type="pres">
      <dgm:prSet presAssocID="{58735ACC-C35B-4E74-93B2-9465C56600D6}" presName="spaceRect" presStyleCnt="0"/>
      <dgm:spPr/>
    </dgm:pt>
    <dgm:pt modelId="{703166BE-2F02-46A0-A564-D9873D5CFCE5}" type="pres">
      <dgm:prSet presAssocID="{58735ACC-C35B-4E74-93B2-9465C56600D6}" presName="textRect" presStyleLbl="revTx" presStyleIdx="0" presStyleCnt="2">
        <dgm:presLayoutVars>
          <dgm:chMax val="1"/>
          <dgm:chPref val="1"/>
        </dgm:presLayoutVars>
      </dgm:prSet>
      <dgm:spPr/>
    </dgm:pt>
    <dgm:pt modelId="{969C0548-A390-4416-9ACF-731A93D6868E}" type="pres">
      <dgm:prSet presAssocID="{9993B2A3-0B0B-4C88-984F-EB879EB53C28}" presName="sibTrans" presStyleCnt="0"/>
      <dgm:spPr/>
    </dgm:pt>
    <dgm:pt modelId="{511D90F3-FF0F-4D05-92F5-77DB557E2376}" type="pres">
      <dgm:prSet presAssocID="{26EF9B14-C98C-4526-B0A7-95F019D32ED0}" presName="compNode" presStyleCnt="0"/>
      <dgm:spPr/>
    </dgm:pt>
    <dgm:pt modelId="{561E2EDA-4BEA-4274-8832-B99DD8C3BAB6}" type="pres">
      <dgm:prSet presAssocID="{26EF9B14-C98C-4526-B0A7-95F019D32ED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llet"/>
        </a:ext>
      </dgm:extLst>
    </dgm:pt>
    <dgm:pt modelId="{DD35F941-8B39-46F6-B0E8-8201C96D8BDC}" type="pres">
      <dgm:prSet presAssocID="{26EF9B14-C98C-4526-B0A7-95F019D32ED0}" presName="spaceRect" presStyleCnt="0"/>
      <dgm:spPr/>
    </dgm:pt>
    <dgm:pt modelId="{4F8861E9-0419-4FED-9267-CC1A4B065628}" type="pres">
      <dgm:prSet presAssocID="{26EF9B14-C98C-4526-B0A7-95F019D32ED0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CE6F9906-64EF-4B73-B080-1D5C2C680295}" srcId="{4D1DE43E-9793-4AC4-B05E-5B8DE3E6BBA7}" destId="{58735ACC-C35B-4E74-93B2-9465C56600D6}" srcOrd="0" destOrd="0" parTransId="{85EAABD6-2A70-45CC-9909-9783A481EA20}" sibTransId="{9993B2A3-0B0B-4C88-984F-EB879EB53C28}"/>
    <dgm:cxn modelId="{BA7A6526-1861-4F80-B4D0-88254326DD2E}" srcId="{4D1DE43E-9793-4AC4-B05E-5B8DE3E6BBA7}" destId="{26EF9B14-C98C-4526-B0A7-95F019D32ED0}" srcOrd="1" destOrd="0" parTransId="{264559C1-F0C8-46E8-ADEC-87626B954D8A}" sibTransId="{B01DC413-21A1-4E22-8AFF-9077B4E70FB1}"/>
    <dgm:cxn modelId="{CD443673-839C-45CF-A8A5-6B8D96619105}" type="presOf" srcId="{4D1DE43E-9793-4AC4-B05E-5B8DE3E6BBA7}" destId="{920B2220-E07B-497A-AD61-9A5875A37CFE}" srcOrd="0" destOrd="0" presId="urn:microsoft.com/office/officeart/2018/2/layout/IconLabelList"/>
    <dgm:cxn modelId="{2E158656-593C-4952-9E15-FD551575418F}" type="presOf" srcId="{26EF9B14-C98C-4526-B0A7-95F019D32ED0}" destId="{4F8861E9-0419-4FED-9267-CC1A4B065628}" srcOrd="0" destOrd="0" presId="urn:microsoft.com/office/officeart/2018/2/layout/IconLabelList"/>
    <dgm:cxn modelId="{68F79E80-BE10-441A-A941-6AFDC8C18EA0}" type="presOf" srcId="{58735ACC-C35B-4E74-93B2-9465C56600D6}" destId="{703166BE-2F02-46A0-A564-D9873D5CFCE5}" srcOrd="0" destOrd="0" presId="urn:microsoft.com/office/officeart/2018/2/layout/IconLabelList"/>
    <dgm:cxn modelId="{0A971965-42A5-4737-AB47-C1270C3D8DD4}" type="presParOf" srcId="{920B2220-E07B-497A-AD61-9A5875A37CFE}" destId="{D938CCC3-1B99-4701-BD9E-EE670FE801E4}" srcOrd="0" destOrd="0" presId="urn:microsoft.com/office/officeart/2018/2/layout/IconLabelList"/>
    <dgm:cxn modelId="{614E2E93-7CED-4C1B-B2DF-1B4C8D3199D3}" type="presParOf" srcId="{D938CCC3-1B99-4701-BD9E-EE670FE801E4}" destId="{177403C9-736D-4B09-8B83-D521670134A6}" srcOrd="0" destOrd="0" presId="urn:microsoft.com/office/officeart/2018/2/layout/IconLabelList"/>
    <dgm:cxn modelId="{120C12C6-D41E-4C99-9F4A-68628AFC585B}" type="presParOf" srcId="{D938CCC3-1B99-4701-BD9E-EE670FE801E4}" destId="{F17D7730-5D61-404F-BBFF-B085F27E134B}" srcOrd="1" destOrd="0" presId="urn:microsoft.com/office/officeart/2018/2/layout/IconLabelList"/>
    <dgm:cxn modelId="{F7CECF70-3F51-421E-ACFF-735E46B4CA0D}" type="presParOf" srcId="{D938CCC3-1B99-4701-BD9E-EE670FE801E4}" destId="{703166BE-2F02-46A0-A564-D9873D5CFCE5}" srcOrd="2" destOrd="0" presId="urn:microsoft.com/office/officeart/2018/2/layout/IconLabelList"/>
    <dgm:cxn modelId="{CDBCE4C4-13E4-4861-A4BD-56C67EBD943D}" type="presParOf" srcId="{920B2220-E07B-497A-AD61-9A5875A37CFE}" destId="{969C0548-A390-4416-9ACF-731A93D6868E}" srcOrd="1" destOrd="0" presId="urn:microsoft.com/office/officeart/2018/2/layout/IconLabelList"/>
    <dgm:cxn modelId="{F688C8D3-BAF1-441F-8107-F2A289325A5B}" type="presParOf" srcId="{920B2220-E07B-497A-AD61-9A5875A37CFE}" destId="{511D90F3-FF0F-4D05-92F5-77DB557E2376}" srcOrd="2" destOrd="0" presId="urn:microsoft.com/office/officeart/2018/2/layout/IconLabelList"/>
    <dgm:cxn modelId="{F07C5FDC-DC62-4A70-ADD0-F922CCA1A0A6}" type="presParOf" srcId="{511D90F3-FF0F-4D05-92F5-77DB557E2376}" destId="{561E2EDA-4BEA-4274-8832-B99DD8C3BAB6}" srcOrd="0" destOrd="0" presId="urn:microsoft.com/office/officeart/2018/2/layout/IconLabelList"/>
    <dgm:cxn modelId="{B2C73DA1-69BF-4775-B79D-0889C68342C7}" type="presParOf" srcId="{511D90F3-FF0F-4D05-92F5-77DB557E2376}" destId="{DD35F941-8B39-46F6-B0E8-8201C96D8BDC}" srcOrd="1" destOrd="0" presId="urn:microsoft.com/office/officeart/2018/2/layout/IconLabelList"/>
    <dgm:cxn modelId="{B5D58420-11F1-46D0-888D-A810E2834CF7}" type="presParOf" srcId="{511D90F3-FF0F-4D05-92F5-77DB557E2376}" destId="{4F8861E9-0419-4FED-9267-CC1A4B06562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6D52E6F-EA33-4AED-ADA3-E5AD21D832BC}" type="doc">
      <dgm:prSet loTypeId="urn:microsoft.com/office/officeart/2008/layout/LinedList" loCatId="list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88B51154-4E57-4D80-936B-D3FA55EE30B8}">
      <dgm:prSet/>
      <dgm:spPr/>
      <dgm:t>
        <a:bodyPr/>
        <a:lstStyle/>
        <a:p>
          <a:r>
            <a:rPr lang="en-IN" b="1"/>
            <a:t>Slide 5 — Solution Concept: TrustKYC</a:t>
          </a:r>
          <a:endParaRPr lang="en-US"/>
        </a:p>
      </dgm:t>
    </dgm:pt>
    <dgm:pt modelId="{703E435B-22E4-421A-8B4E-B01166E11F0F}" type="parTrans" cxnId="{E17BE099-71E9-4018-81D5-6C342D7422BC}">
      <dgm:prSet/>
      <dgm:spPr/>
      <dgm:t>
        <a:bodyPr/>
        <a:lstStyle/>
        <a:p>
          <a:endParaRPr lang="en-US"/>
        </a:p>
      </dgm:t>
    </dgm:pt>
    <dgm:pt modelId="{C7FEE3AD-71CA-4D29-A217-BD11AE83BA97}" type="sibTrans" cxnId="{E17BE099-71E9-4018-81D5-6C342D7422BC}">
      <dgm:prSet/>
      <dgm:spPr/>
      <dgm:t>
        <a:bodyPr/>
        <a:lstStyle/>
        <a:p>
          <a:endParaRPr lang="en-US"/>
        </a:p>
      </dgm:t>
    </dgm:pt>
    <dgm:pt modelId="{7EF3EF6C-BF9F-455E-932F-937D77CA7E0C}">
      <dgm:prSet/>
      <dgm:spPr/>
      <dgm:t>
        <a:bodyPr/>
        <a:lstStyle/>
        <a:p>
          <a:r>
            <a:rPr lang="en-IN"/>
            <a:t>Our solution introduces a secure and reusable KYC token model that supports:</a:t>
          </a:r>
          <a:endParaRPr lang="en-US"/>
        </a:p>
      </dgm:t>
    </dgm:pt>
    <dgm:pt modelId="{03CC8726-F0C2-4EBB-A928-6C099A9F4E96}" type="parTrans" cxnId="{0CD297CD-76E8-475A-9A48-DE73244AB28B}">
      <dgm:prSet/>
      <dgm:spPr/>
      <dgm:t>
        <a:bodyPr/>
        <a:lstStyle/>
        <a:p>
          <a:endParaRPr lang="en-US"/>
        </a:p>
      </dgm:t>
    </dgm:pt>
    <dgm:pt modelId="{D335BFA1-4A16-489A-8CF8-1C364998FEE0}" type="sibTrans" cxnId="{0CD297CD-76E8-475A-9A48-DE73244AB28B}">
      <dgm:prSet/>
      <dgm:spPr/>
      <dgm:t>
        <a:bodyPr/>
        <a:lstStyle/>
        <a:p>
          <a:endParaRPr lang="en-US"/>
        </a:p>
      </dgm:t>
    </dgm:pt>
    <dgm:pt modelId="{4F1F77E3-0159-493C-911D-8A940CA71503}">
      <dgm:prSet/>
      <dgm:spPr/>
      <dgm:t>
        <a:bodyPr/>
        <a:lstStyle/>
        <a:p>
          <a:r>
            <a:rPr lang="en-IN"/>
            <a:t>✔ One-time KYC verification</a:t>
          </a:r>
          <a:endParaRPr lang="en-US"/>
        </a:p>
      </dgm:t>
    </dgm:pt>
    <dgm:pt modelId="{E5964066-F3E2-41BD-8AD6-2DC9E23DACB0}" type="parTrans" cxnId="{63DA3CBD-9B4F-40C6-A58E-A416F90B0E63}">
      <dgm:prSet/>
      <dgm:spPr/>
      <dgm:t>
        <a:bodyPr/>
        <a:lstStyle/>
        <a:p>
          <a:endParaRPr lang="en-US"/>
        </a:p>
      </dgm:t>
    </dgm:pt>
    <dgm:pt modelId="{633E75B7-0697-44AA-AAC7-9B19007E670F}" type="sibTrans" cxnId="{63DA3CBD-9B4F-40C6-A58E-A416F90B0E63}">
      <dgm:prSet/>
      <dgm:spPr/>
      <dgm:t>
        <a:bodyPr/>
        <a:lstStyle/>
        <a:p>
          <a:endParaRPr lang="en-US"/>
        </a:p>
      </dgm:t>
    </dgm:pt>
    <dgm:pt modelId="{7638D383-CDC5-4F6B-8E6F-33259CBFF553}">
      <dgm:prSet/>
      <dgm:spPr/>
      <dgm:t>
        <a:bodyPr/>
        <a:lstStyle/>
        <a:p>
          <a:r>
            <a:rPr lang="en-IN"/>
            <a:t>✔ Secure encrypted identity tokens</a:t>
          </a:r>
          <a:endParaRPr lang="en-US"/>
        </a:p>
      </dgm:t>
    </dgm:pt>
    <dgm:pt modelId="{8A874084-F468-4B75-A892-195FDE6FFB51}" type="parTrans" cxnId="{D0E87B73-1B29-4A00-B042-71946E5003C7}">
      <dgm:prSet/>
      <dgm:spPr/>
      <dgm:t>
        <a:bodyPr/>
        <a:lstStyle/>
        <a:p>
          <a:endParaRPr lang="en-US"/>
        </a:p>
      </dgm:t>
    </dgm:pt>
    <dgm:pt modelId="{1563822A-1F26-4BD1-A78B-04E5A9AE8AD5}" type="sibTrans" cxnId="{D0E87B73-1B29-4A00-B042-71946E5003C7}">
      <dgm:prSet/>
      <dgm:spPr/>
      <dgm:t>
        <a:bodyPr/>
        <a:lstStyle/>
        <a:p>
          <a:endParaRPr lang="en-US"/>
        </a:p>
      </dgm:t>
    </dgm:pt>
    <dgm:pt modelId="{F5C46CE9-61CC-4D27-BFD1-CA249B2DE917}">
      <dgm:prSet/>
      <dgm:spPr/>
      <dgm:t>
        <a:bodyPr/>
        <a:lstStyle/>
        <a:p>
          <a:r>
            <a:rPr lang="en-IN"/>
            <a:t>✔ Consent-driven data sharing</a:t>
          </a:r>
          <a:endParaRPr lang="en-US"/>
        </a:p>
      </dgm:t>
    </dgm:pt>
    <dgm:pt modelId="{44223F60-8B48-4439-B00D-49F6D3D839A7}" type="parTrans" cxnId="{3F054CDD-7548-43E8-A412-8280C7590EF4}">
      <dgm:prSet/>
      <dgm:spPr/>
      <dgm:t>
        <a:bodyPr/>
        <a:lstStyle/>
        <a:p>
          <a:endParaRPr lang="en-US"/>
        </a:p>
      </dgm:t>
    </dgm:pt>
    <dgm:pt modelId="{FD2F15DA-5F34-4C8D-8162-89AE1E1C850C}" type="sibTrans" cxnId="{3F054CDD-7548-43E8-A412-8280C7590EF4}">
      <dgm:prSet/>
      <dgm:spPr/>
      <dgm:t>
        <a:bodyPr/>
        <a:lstStyle/>
        <a:p>
          <a:endParaRPr lang="en-US"/>
        </a:p>
      </dgm:t>
    </dgm:pt>
    <dgm:pt modelId="{984A5C31-A779-44F3-BBA1-A39C3E366677}">
      <dgm:prSet/>
      <dgm:spPr/>
      <dgm:t>
        <a:bodyPr/>
        <a:lstStyle/>
        <a:p>
          <a:r>
            <a:rPr lang="en-IN"/>
            <a:t>✔ Tamper-proof verification with audit logs</a:t>
          </a:r>
          <a:endParaRPr lang="en-US"/>
        </a:p>
      </dgm:t>
    </dgm:pt>
    <dgm:pt modelId="{B596299F-5EF1-4902-BEBE-7A7E6E40F3E8}" type="parTrans" cxnId="{2F540DD0-0D87-4A92-BF27-84612B416D65}">
      <dgm:prSet/>
      <dgm:spPr/>
      <dgm:t>
        <a:bodyPr/>
        <a:lstStyle/>
        <a:p>
          <a:endParaRPr lang="en-US"/>
        </a:p>
      </dgm:t>
    </dgm:pt>
    <dgm:pt modelId="{A8CEA006-A50A-44AE-A75C-013F32A37C97}" type="sibTrans" cxnId="{2F540DD0-0D87-4A92-BF27-84612B416D65}">
      <dgm:prSet/>
      <dgm:spPr/>
      <dgm:t>
        <a:bodyPr/>
        <a:lstStyle/>
        <a:p>
          <a:endParaRPr lang="en-US"/>
        </a:p>
      </dgm:t>
    </dgm:pt>
    <dgm:pt modelId="{BE882B77-AB68-4A7D-B2E0-C82000F29EBE}">
      <dgm:prSet/>
      <dgm:spPr/>
      <dgm:t>
        <a:bodyPr/>
        <a:lstStyle/>
        <a:p>
          <a:r>
            <a:rPr lang="en-IN"/>
            <a:t>✔ Interoperability with Aadhaar, DigiLocker, and CKYCR</a:t>
          </a:r>
          <a:endParaRPr lang="en-US"/>
        </a:p>
      </dgm:t>
    </dgm:pt>
    <dgm:pt modelId="{6FED93E6-6B41-41B5-93E5-9FEFDA0F1CF9}" type="parTrans" cxnId="{E189FC4B-721C-403C-8B35-8FE870302B49}">
      <dgm:prSet/>
      <dgm:spPr/>
      <dgm:t>
        <a:bodyPr/>
        <a:lstStyle/>
        <a:p>
          <a:endParaRPr lang="en-US"/>
        </a:p>
      </dgm:t>
    </dgm:pt>
    <dgm:pt modelId="{B894CA4E-CB67-4CBE-AD79-2292199B576C}" type="sibTrans" cxnId="{E189FC4B-721C-403C-8B35-8FE870302B49}">
      <dgm:prSet/>
      <dgm:spPr/>
      <dgm:t>
        <a:bodyPr/>
        <a:lstStyle/>
        <a:p>
          <a:endParaRPr lang="en-US"/>
        </a:p>
      </dgm:t>
    </dgm:pt>
    <dgm:pt modelId="{3029A515-3C91-4F7A-96D6-944DAF85944E}" type="pres">
      <dgm:prSet presAssocID="{66D52E6F-EA33-4AED-ADA3-E5AD21D832BC}" presName="vert0" presStyleCnt="0">
        <dgm:presLayoutVars>
          <dgm:dir/>
          <dgm:animOne val="branch"/>
          <dgm:animLvl val="lvl"/>
        </dgm:presLayoutVars>
      </dgm:prSet>
      <dgm:spPr/>
    </dgm:pt>
    <dgm:pt modelId="{F612269E-351C-4BF8-95BA-9C6576DDC182}" type="pres">
      <dgm:prSet presAssocID="{88B51154-4E57-4D80-936B-D3FA55EE30B8}" presName="thickLine" presStyleLbl="alignNode1" presStyleIdx="0" presStyleCnt="7"/>
      <dgm:spPr/>
    </dgm:pt>
    <dgm:pt modelId="{42605401-4659-4DBE-9B62-225A5394799C}" type="pres">
      <dgm:prSet presAssocID="{88B51154-4E57-4D80-936B-D3FA55EE30B8}" presName="horz1" presStyleCnt="0"/>
      <dgm:spPr/>
    </dgm:pt>
    <dgm:pt modelId="{CF1E96ED-B4A1-4596-A80E-3FDE7C479305}" type="pres">
      <dgm:prSet presAssocID="{88B51154-4E57-4D80-936B-D3FA55EE30B8}" presName="tx1" presStyleLbl="revTx" presStyleIdx="0" presStyleCnt="7"/>
      <dgm:spPr/>
    </dgm:pt>
    <dgm:pt modelId="{FE12A304-7F25-4392-9813-309F845F0F36}" type="pres">
      <dgm:prSet presAssocID="{88B51154-4E57-4D80-936B-D3FA55EE30B8}" presName="vert1" presStyleCnt="0"/>
      <dgm:spPr/>
    </dgm:pt>
    <dgm:pt modelId="{D720B5F4-8443-4B07-8BF0-F34DE79E33AA}" type="pres">
      <dgm:prSet presAssocID="{7EF3EF6C-BF9F-455E-932F-937D77CA7E0C}" presName="thickLine" presStyleLbl="alignNode1" presStyleIdx="1" presStyleCnt="7"/>
      <dgm:spPr/>
    </dgm:pt>
    <dgm:pt modelId="{2A4B4E6B-D395-495B-9748-364EA375A9EF}" type="pres">
      <dgm:prSet presAssocID="{7EF3EF6C-BF9F-455E-932F-937D77CA7E0C}" presName="horz1" presStyleCnt="0"/>
      <dgm:spPr/>
    </dgm:pt>
    <dgm:pt modelId="{08E1C068-DAE0-45E3-A63E-309562D3AF0B}" type="pres">
      <dgm:prSet presAssocID="{7EF3EF6C-BF9F-455E-932F-937D77CA7E0C}" presName="tx1" presStyleLbl="revTx" presStyleIdx="1" presStyleCnt="7"/>
      <dgm:spPr/>
    </dgm:pt>
    <dgm:pt modelId="{BC0EB0DE-80A2-4DA8-8C1D-6360C110AA00}" type="pres">
      <dgm:prSet presAssocID="{7EF3EF6C-BF9F-455E-932F-937D77CA7E0C}" presName="vert1" presStyleCnt="0"/>
      <dgm:spPr/>
    </dgm:pt>
    <dgm:pt modelId="{6B392BA1-47B3-4861-95ED-FBC50F099162}" type="pres">
      <dgm:prSet presAssocID="{4F1F77E3-0159-493C-911D-8A940CA71503}" presName="thickLine" presStyleLbl="alignNode1" presStyleIdx="2" presStyleCnt="7"/>
      <dgm:spPr/>
    </dgm:pt>
    <dgm:pt modelId="{BAC42532-3F19-4E78-8B52-AAE962EB9612}" type="pres">
      <dgm:prSet presAssocID="{4F1F77E3-0159-493C-911D-8A940CA71503}" presName="horz1" presStyleCnt="0"/>
      <dgm:spPr/>
    </dgm:pt>
    <dgm:pt modelId="{CC172697-E90B-4C3A-B932-49FD1A6EE572}" type="pres">
      <dgm:prSet presAssocID="{4F1F77E3-0159-493C-911D-8A940CA71503}" presName="tx1" presStyleLbl="revTx" presStyleIdx="2" presStyleCnt="7"/>
      <dgm:spPr/>
    </dgm:pt>
    <dgm:pt modelId="{DC97AE79-0133-435B-B7CC-0BE2B47EAAB5}" type="pres">
      <dgm:prSet presAssocID="{4F1F77E3-0159-493C-911D-8A940CA71503}" presName="vert1" presStyleCnt="0"/>
      <dgm:spPr/>
    </dgm:pt>
    <dgm:pt modelId="{727C4677-A303-43D0-9E95-A5356A93787F}" type="pres">
      <dgm:prSet presAssocID="{7638D383-CDC5-4F6B-8E6F-33259CBFF553}" presName="thickLine" presStyleLbl="alignNode1" presStyleIdx="3" presStyleCnt="7"/>
      <dgm:spPr/>
    </dgm:pt>
    <dgm:pt modelId="{4199FC12-B85E-4682-B6C2-04F583E05705}" type="pres">
      <dgm:prSet presAssocID="{7638D383-CDC5-4F6B-8E6F-33259CBFF553}" presName="horz1" presStyleCnt="0"/>
      <dgm:spPr/>
    </dgm:pt>
    <dgm:pt modelId="{D5651836-41A4-4DE9-8119-BB1727DDB951}" type="pres">
      <dgm:prSet presAssocID="{7638D383-CDC5-4F6B-8E6F-33259CBFF553}" presName="tx1" presStyleLbl="revTx" presStyleIdx="3" presStyleCnt="7"/>
      <dgm:spPr/>
    </dgm:pt>
    <dgm:pt modelId="{6236A62E-C1B2-46B0-AB26-967BA27859DE}" type="pres">
      <dgm:prSet presAssocID="{7638D383-CDC5-4F6B-8E6F-33259CBFF553}" presName="vert1" presStyleCnt="0"/>
      <dgm:spPr/>
    </dgm:pt>
    <dgm:pt modelId="{DE5546DA-7CC3-4A12-8571-0214791E58F0}" type="pres">
      <dgm:prSet presAssocID="{F5C46CE9-61CC-4D27-BFD1-CA249B2DE917}" presName="thickLine" presStyleLbl="alignNode1" presStyleIdx="4" presStyleCnt="7"/>
      <dgm:spPr/>
    </dgm:pt>
    <dgm:pt modelId="{AA50CB09-0398-4B3E-AF6E-9BBAE6714C0A}" type="pres">
      <dgm:prSet presAssocID="{F5C46CE9-61CC-4D27-BFD1-CA249B2DE917}" presName="horz1" presStyleCnt="0"/>
      <dgm:spPr/>
    </dgm:pt>
    <dgm:pt modelId="{A72AEFCD-233B-4BE6-90AB-CEDBA1FA0900}" type="pres">
      <dgm:prSet presAssocID="{F5C46CE9-61CC-4D27-BFD1-CA249B2DE917}" presName="tx1" presStyleLbl="revTx" presStyleIdx="4" presStyleCnt="7"/>
      <dgm:spPr/>
    </dgm:pt>
    <dgm:pt modelId="{87FFD177-4F53-43FD-AAE0-C9A18B9A31FB}" type="pres">
      <dgm:prSet presAssocID="{F5C46CE9-61CC-4D27-BFD1-CA249B2DE917}" presName="vert1" presStyleCnt="0"/>
      <dgm:spPr/>
    </dgm:pt>
    <dgm:pt modelId="{B9548C92-63FB-4D7E-A4DD-692FD0832611}" type="pres">
      <dgm:prSet presAssocID="{984A5C31-A779-44F3-BBA1-A39C3E366677}" presName="thickLine" presStyleLbl="alignNode1" presStyleIdx="5" presStyleCnt="7"/>
      <dgm:spPr/>
    </dgm:pt>
    <dgm:pt modelId="{8A696DC6-63ED-41BE-A6FE-38DBCB8BFD6F}" type="pres">
      <dgm:prSet presAssocID="{984A5C31-A779-44F3-BBA1-A39C3E366677}" presName="horz1" presStyleCnt="0"/>
      <dgm:spPr/>
    </dgm:pt>
    <dgm:pt modelId="{0ACFB211-2B58-49ED-B8A8-9E5D26DC9F0C}" type="pres">
      <dgm:prSet presAssocID="{984A5C31-A779-44F3-BBA1-A39C3E366677}" presName="tx1" presStyleLbl="revTx" presStyleIdx="5" presStyleCnt="7"/>
      <dgm:spPr/>
    </dgm:pt>
    <dgm:pt modelId="{07F1A9FB-3ECB-4934-9915-7671B6C131F3}" type="pres">
      <dgm:prSet presAssocID="{984A5C31-A779-44F3-BBA1-A39C3E366677}" presName="vert1" presStyleCnt="0"/>
      <dgm:spPr/>
    </dgm:pt>
    <dgm:pt modelId="{56C0659F-1B52-4421-B3DB-0A57F67D0FD4}" type="pres">
      <dgm:prSet presAssocID="{BE882B77-AB68-4A7D-B2E0-C82000F29EBE}" presName="thickLine" presStyleLbl="alignNode1" presStyleIdx="6" presStyleCnt="7"/>
      <dgm:spPr/>
    </dgm:pt>
    <dgm:pt modelId="{E7A9BBE9-769E-46C7-BDD4-4D0461726FC6}" type="pres">
      <dgm:prSet presAssocID="{BE882B77-AB68-4A7D-B2E0-C82000F29EBE}" presName="horz1" presStyleCnt="0"/>
      <dgm:spPr/>
    </dgm:pt>
    <dgm:pt modelId="{017F58E7-1C45-4FBB-9CDB-E82E1D111EE7}" type="pres">
      <dgm:prSet presAssocID="{BE882B77-AB68-4A7D-B2E0-C82000F29EBE}" presName="tx1" presStyleLbl="revTx" presStyleIdx="6" presStyleCnt="7"/>
      <dgm:spPr/>
    </dgm:pt>
    <dgm:pt modelId="{9AACEFBC-44A3-4F26-8994-6644BBA2DCF7}" type="pres">
      <dgm:prSet presAssocID="{BE882B77-AB68-4A7D-B2E0-C82000F29EBE}" presName="vert1" presStyleCnt="0"/>
      <dgm:spPr/>
    </dgm:pt>
  </dgm:ptLst>
  <dgm:cxnLst>
    <dgm:cxn modelId="{F9063317-BCA6-4BAF-9FC2-20E8CFB189C3}" type="presOf" srcId="{7EF3EF6C-BF9F-455E-932F-937D77CA7E0C}" destId="{08E1C068-DAE0-45E3-A63E-309562D3AF0B}" srcOrd="0" destOrd="0" presId="urn:microsoft.com/office/officeart/2008/layout/LinedList"/>
    <dgm:cxn modelId="{D7CF0731-0D06-4603-AE53-FB2046762658}" type="presOf" srcId="{BE882B77-AB68-4A7D-B2E0-C82000F29EBE}" destId="{017F58E7-1C45-4FBB-9CDB-E82E1D111EE7}" srcOrd="0" destOrd="0" presId="urn:microsoft.com/office/officeart/2008/layout/LinedList"/>
    <dgm:cxn modelId="{E189FC4B-721C-403C-8B35-8FE870302B49}" srcId="{66D52E6F-EA33-4AED-ADA3-E5AD21D832BC}" destId="{BE882B77-AB68-4A7D-B2E0-C82000F29EBE}" srcOrd="6" destOrd="0" parTransId="{6FED93E6-6B41-41B5-93E5-9FEFDA0F1CF9}" sibTransId="{B894CA4E-CB67-4CBE-AD79-2292199B576C}"/>
    <dgm:cxn modelId="{5AD8BE4C-626A-4766-A2CE-AA39A8C0E40C}" type="presOf" srcId="{66D52E6F-EA33-4AED-ADA3-E5AD21D832BC}" destId="{3029A515-3C91-4F7A-96D6-944DAF85944E}" srcOrd="0" destOrd="0" presId="urn:microsoft.com/office/officeart/2008/layout/LinedList"/>
    <dgm:cxn modelId="{D0E87B73-1B29-4A00-B042-71946E5003C7}" srcId="{66D52E6F-EA33-4AED-ADA3-E5AD21D832BC}" destId="{7638D383-CDC5-4F6B-8E6F-33259CBFF553}" srcOrd="3" destOrd="0" parTransId="{8A874084-F468-4B75-A892-195FDE6FFB51}" sibTransId="{1563822A-1F26-4BD1-A78B-04E5A9AE8AD5}"/>
    <dgm:cxn modelId="{BF470657-FBC5-48A8-AD01-A0DAC24D34C1}" type="presOf" srcId="{984A5C31-A779-44F3-BBA1-A39C3E366677}" destId="{0ACFB211-2B58-49ED-B8A8-9E5D26DC9F0C}" srcOrd="0" destOrd="0" presId="urn:microsoft.com/office/officeart/2008/layout/LinedList"/>
    <dgm:cxn modelId="{E17BE099-71E9-4018-81D5-6C342D7422BC}" srcId="{66D52E6F-EA33-4AED-ADA3-E5AD21D832BC}" destId="{88B51154-4E57-4D80-936B-D3FA55EE30B8}" srcOrd="0" destOrd="0" parTransId="{703E435B-22E4-421A-8B4E-B01166E11F0F}" sibTransId="{C7FEE3AD-71CA-4D29-A217-BD11AE83BA97}"/>
    <dgm:cxn modelId="{63DA3CBD-9B4F-40C6-A58E-A416F90B0E63}" srcId="{66D52E6F-EA33-4AED-ADA3-E5AD21D832BC}" destId="{4F1F77E3-0159-493C-911D-8A940CA71503}" srcOrd="2" destOrd="0" parTransId="{E5964066-F3E2-41BD-8AD6-2DC9E23DACB0}" sibTransId="{633E75B7-0697-44AA-AAC7-9B19007E670F}"/>
    <dgm:cxn modelId="{CB9BA7C4-6BEA-4790-BC85-64FBE0039214}" type="presOf" srcId="{F5C46CE9-61CC-4D27-BFD1-CA249B2DE917}" destId="{A72AEFCD-233B-4BE6-90AB-CEDBA1FA0900}" srcOrd="0" destOrd="0" presId="urn:microsoft.com/office/officeart/2008/layout/LinedList"/>
    <dgm:cxn modelId="{0CD297CD-76E8-475A-9A48-DE73244AB28B}" srcId="{66D52E6F-EA33-4AED-ADA3-E5AD21D832BC}" destId="{7EF3EF6C-BF9F-455E-932F-937D77CA7E0C}" srcOrd="1" destOrd="0" parTransId="{03CC8726-F0C2-4EBB-A928-6C099A9F4E96}" sibTransId="{D335BFA1-4A16-489A-8CF8-1C364998FEE0}"/>
    <dgm:cxn modelId="{2F540DD0-0D87-4A92-BF27-84612B416D65}" srcId="{66D52E6F-EA33-4AED-ADA3-E5AD21D832BC}" destId="{984A5C31-A779-44F3-BBA1-A39C3E366677}" srcOrd="5" destOrd="0" parTransId="{B596299F-5EF1-4902-BEBE-7A7E6E40F3E8}" sibTransId="{A8CEA006-A50A-44AE-A75C-013F32A37C97}"/>
    <dgm:cxn modelId="{3D1138D6-DCAE-46D5-AC86-E777D7F2BD78}" type="presOf" srcId="{7638D383-CDC5-4F6B-8E6F-33259CBFF553}" destId="{D5651836-41A4-4DE9-8119-BB1727DDB951}" srcOrd="0" destOrd="0" presId="urn:microsoft.com/office/officeart/2008/layout/LinedList"/>
    <dgm:cxn modelId="{3F054CDD-7548-43E8-A412-8280C7590EF4}" srcId="{66D52E6F-EA33-4AED-ADA3-E5AD21D832BC}" destId="{F5C46CE9-61CC-4D27-BFD1-CA249B2DE917}" srcOrd="4" destOrd="0" parTransId="{44223F60-8B48-4439-B00D-49F6D3D839A7}" sibTransId="{FD2F15DA-5F34-4C8D-8162-89AE1E1C850C}"/>
    <dgm:cxn modelId="{50DC6EE1-F1F5-4384-AFA9-D142BEECBDE6}" type="presOf" srcId="{4F1F77E3-0159-493C-911D-8A940CA71503}" destId="{CC172697-E90B-4C3A-B932-49FD1A6EE572}" srcOrd="0" destOrd="0" presId="urn:microsoft.com/office/officeart/2008/layout/LinedList"/>
    <dgm:cxn modelId="{6EBAE0E1-A325-430C-A2D3-08B577B7485D}" type="presOf" srcId="{88B51154-4E57-4D80-936B-D3FA55EE30B8}" destId="{CF1E96ED-B4A1-4596-A80E-3FDE7C479305}" srcOrd="0" destOrd="0" presId="urn:microsoft.com/office/officeart/2008/layout/LinedList"/>
    <dgm:cxn modelId="{EC84BD2E-E8ED-4A73-9C46-BD667FA64FA0}" type="presParOf" srcId="{3029A515-3C91-4F7A-96D6-944DAF85944E}" destId="{F612269E-351C-4BF8-95BA-9C6576DDC182}" srcOrd="0" destOrd="0" presId="urn:microsoft.com/office/officeart/2008/layout/LinedList"/>
    <dgm:cxn modelId="{26462ABD-63F3-47B4-BF36-BE394F574232}" type="presParOf" srcId="{3029A515-3C91-4F7A-96D6-944DAF85944E}" destId="{42605401-4659-4DBE-9B62-225A5394799C}" srcOrd="1" destOrd="0" presId="urn:microsoft.com/office/officeart/2008/layout/LinedList"/>
    <dgm:cxn modelId="{31E00A1D-C410-4EE8-B666-658E8AA3C729}" type="presParOf" srcId="{42605401-4659-4DBE-9B62-225A5394799C}" destId="{CF1E96ED-B4A1-4596-A80E-3FDE7C479305}" srcOrd="0" destOrd="0" presId="urn:microsoft.com/office/officeart/2008/layout/LinedList"/>
    <dgm:cxn modelId="{480B7A86-F851-4242-BB92-1CC6D3AA8458}" type="presParOf" srcId="{42605401-4659-4DBE-9B62-225A5394799C}" destId="{FE12A304-7F25-4392-9813-309F845F0F36}" srcOrd="1" destOrd="0" presId="urn:microsoft.com/office/officeart/2008/layout/LinedList"/>
    <dgm:cxn modelId="{B3F1A4D0-CF2F-4230-A234-9942D29BD98E}" type="presParOf" srcId="{3029A515-3C91-4F7A-96D6-944DAF85944E}" destId="{D720B5F4-8443-4B07-8BF0-F34DE79E33AA}" srcOrd="2" destOrd="0" presId="urn:microsoft.com/office/officeart/2008/layout/LinedList"/>
    <dgm:cxn modelId="{477D13DE-5513-4482-ABEB-6A34623B1625}" type="presParOf" srcId="{3029A515-3C91-4F7A-96D6-944DAF85944E}" destId="{2A4B4E6B-D395-495B-9748-364EA375A9EF}" srcOrd="3" destOrd="0" presId="urn:microsoft.com/office/officeart/2008/layout/LinedList"/>
    <dgm:cxn modelId="{F68AAA49-F169-43A9-8191-8944069FB443}" type="presParOf" srcId="{2A4B4E6B-D395-495B-9748-364EA375A9EF}" destId="{08E1C068-DAE0-45E3-A63E-309562D3AF0B}" srcOrd="0" destOrd="0" presId="urn:microsoft.com/office/officeart/2008/layout/LinedList"/>
    <dgm:cxn modelId="{D389A614-0562-4DBA-91CD-B65392E86CC8}" type="presParOf" srcId="{2A4B4E6B-D395-495B-9748-364EA375A9EF}" destId="{BC0EB0DE-80A2-4DA8-8C1D-6360C110AA00}" srcOrd="1" destOrd="0" presId="urn:microsoft.com/office/officeart/2008/layout/LinedList"/>
    <dgm:cxn modelId="{0CFFB2A7-A84E-4AFE-88D1-A7555FFFE4B5}" type="presParOf" srcId="{3029A515-3C91-4F7A-96D6-944DAF85944E}" destId="{6B392BA1-47B3-4861-95ED-FBC50F099162}" srcOrd="4" destOrd="0" presId="urn:microsoft.com/office/officeart/2008/layout/LinedList"/>
    <dgm:cxn modelId="{D0F2125F-CE78-48B2-AB66-1F6F2227EBAB}" type="presParOf" srcId="{3029A515-3C91-4F7A-96D6-944DAF85944E}" destId="{BAC42532-3F19-4E78-8B52-AAE962EB9612}" srcOrd="5" destOrd="0" presId="urn:microsoft.com/office/officeart/2008/layout/LinedList"/>
    <dgm:cxn modelId="{9A03B992-4D82-4A5E-8911-3A11B4825D15}" type="presParOf" srcId="{BAC42532-3F19-4E78-8B52-AAE962EB9612}" destId="{CC172697-E90B-4C3A-B932-49FD1A6EE572}" srcOrd="0" destOrd="0" presId="urn:microsoft.com/office/officeart/2008/layout/LinedList"/>
    <dgm:cxn modelId="{27F1A5E2-9287-47A8-890F-0C829E723919}" type="presParOf" srcId="{BAC42532-3F19-4E78-8B52-AAE962EB9612}" destId="{DC97AE79-0133-435B-B7CC-0BE2B47EAAB5}" srcOrd="1" destOrd="0" presId="urn:microsoft.com/office/officeart/2008/layout/LinedList"/>
    <dgm:cxn modelId="{BB3D6410-1D58-478D-BE24-9427AD576A68}" type="presParOf" srcId="{3029A515-3C91-4F7A-96D6-944DAF85944E}" destId="{727C4677-A303-43D0-9E95-A5356A93787F}" srcOrd="6" destOrd="0" presId="urn:microsoft.com/office/officeart/2008/layout/LinedList"/>
    <dgm:cxn modelId="{61B3A129-70AB-4679-A933-80957973698E}" type="presParOf" srcId="{3029A515-3C91-4F7A-96D6-944DAF85944E}" destId="{4199FC12-B85E-4682-B6C2-04F583E05705}" srcOrd="7" destOrd="0" presId="urn:microsoft.com/office/officeart/2008/layout/LinedList"/>
    <dgm:cxn modelId="{45BF3163-98F9-4E7E-8474-EAB9367DD6D5}" type="presParOf" srcId="{4199FC12-B85E-4682-B6C2-04F583E05705}" destId="{D5651836-41A4-4DE9-8119-BB1727DDB951}" srcOrd="0" destOrd="0" presId="urn:microsoft.com/office/officeart/2008/layout/LinedList"/>
    <dgm:cxn modelId="{B1DB4529-84FA-4922-8F3D-FA511CE45A46}" type="presParOf" srcId="{4199FC12-B85E-4682-B6C2-04F583E05705}" destId="{6236A62E-C1B2-46B0-AB26-967BA27859DE}" srcOrd="1" destOrd="0" presId="urn:microsoft.com/office/officeart/2008/layout/LinedList"/>
    <dgm:cxn modelId="{DCCCDF7E-D517-4672-9099-1FDC14E4ABF6}" type="presParOf" srcId="{3029A515-3C91-4F7A-96D6-944DAF85944E}" destId="{DE5546DA-7CC3-4A12-8571-0214791E58F0}" srcOrd="8" destOrd="0" presId="urn:microsoft.com/office/officeart/2008/layout/LinedList"/>
    <dgm:cxn modelId="{33A7C0CB-5899-4E34-9F6A-1CD6311EFCFB}" type="presParOf" srcId="{3029A515-3C91-4F7A-96D6-944DAF85944E}" destId="{AA50CB09-0398-4B3E-AF6E-9BBAE6714C0A}" srcOrd="9" destOrd="0" presId="urn:microsoft.com/office/officeart/2008/layout/LinedList"/>
    <dgm:cxn modelId="{E3E9B262-0181-4C04-A0D7-0B273CEE9765}" type="presParOf" srcId="{AA50CB09-0398-4B3E-AF6E-9BBAE6714C0A}" destId="{A72AEFCD-233B-4BE6-90AB-CEDBA1FA0900}" srcOrd="0" destOrd="0" presId="urn:microsoft.com/office/officeart/2008/layout/LinedList"/>
    <dgm:cxn modelId="{F3D4DBDB-97F1-4E25-B2BF-5F6E62828B39}" type="presParOf" srcId="{AA50CB09-0398-4B3E-AF6E-9BBAE6714C0A}" destId="{87FFD177-4F53-43FD-AAE0-C9A18B9A31FB}" srcOrd="1" destOrd="0" presId="urn:microsoft.com/office/officeart/2008/layout/LinedList"/>
    <dgm:cxn modelId="{8E5CFDCF-2460-4F95-B047-2103EEBD6FBE}" type="presParOf" srcId="{3029A515-3C91-4F7A-96D6-944DAF85944E}" destId="{B9548C92-63FB-4D7E-A4DD-692FD0832611}" srcOrd="10" destOrd="0" presId="urn:microsoft.com/office/officeart/2008/layout/LinedList"/>
    <dgm:cxn modelId="{DE2A0403-DA63-45F6-9084-591DCE081083}" type="presParOf" srcId="{3029A515-3C91-4F7A-96D6-944DAF85944E}" destId="{8A696DC6-63ED-41BE-A6FE-38DBCB8BFD6F}" srcOrd="11" destOrd="0" presId="urn:microsoft.com/office/officeart/2008/layout/LinedList"/>
    <dgm:cxn modelId="{4FC8F903-268C-494B-AD96-F67F35609E45}" type="presParOf" srcId="{8A696DC6-63ED-41BE-A6FE-38DBCB8BFD6F}" destId="{0ACFB211-2B58-49ED-B8A8-9E5D26DC9F0C}" srcOrd="0" destOrd="0" presId="urn:microsoft.com/office/officeart/2008/layout/LinedList"/>
    <dgm:cxn modelId="{65F82EBA-85B6-4495-B691-6798D33A0F32}" type="presParOf" srcId="{8A696DC6-63ED-41BE-A6FE-38DBCB8BFD6F}" destId="{07F1A9FB-3ECB-4934-9915-7671B6C131F3}" srcOrd="1" destOrd="0" presId="urn:microsoft.com/office/officeart/2008/layout/LinedList"/>
    <dgm:cxn modelId="{341E5E70-08B5-4EEC-BECD-16D313D5AEBD}" type="presParOf" srcId="{3029A515-3C91-4F7A-96D6-944DAF85944E}" destId="{56C0659F-1B52-4421-B3DB-0A57F67D0FD4}" srcOrd="12" destOrd="0" presId="urn:microsoft.com/office/officeart/2008/layout/LinedList"/>
    <dgm:cxn modelId="{52556126-2E60-4512-9A2D-02120652DCA2}" type="presParOf" srcId="{3029A515-3C91-4F7A-96D6-944DAF85944E}" destId="{E7A9BBE9-769E-46C7-BDD4-4D0461726FC6}" srcOrd="13" destOrd="0" presId="urn:microsoft.com/office/officeart/2008/layout/LinedList"/>
    <dgm:cxn modelId="{761AFDCC-BDA2-4A04-BBE9-46656E667C53}" type="presParOf" srcId="{E7A9BBE9-769E-46C7-BDD4-4D0461726FC6}" destId="{017F58E7-1C45-4FBB-9CDB-E82E1D111EE7}" srcOrd="0" destOrd="0" presId="urn:microsoft.com/office/officeart/2008/layout/LinedList"/>
    <dgm:cxn modelId="{533D0141-A19B-4C10-9DCE-6E585B4A6C28}" type="presParOf" srcId="{E7A9BBE9-769E-46C7-BDD4-4D0461726FC6}" destId="{9AACEFBC-44A3-4F26-8994-6644BBA2DCF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6C943EC-0F03-4992-B09F-FF738E8579C4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5278707-0D9F-46DF-8FB1-691916063980}">
      <dgm:prSet/>
      <dgm:spPr/>
      <dgm:t>
        <a:bodyPr/>
        <a:lstStyle/>
        <a:p>
          <a:r>
            <a:rPr lang="en-IN" b="1"/>
            <a:t>Slide 7 — Workflow Summary</a:t>
          </a:r>
          <a:endParaRPr lang="en-US"/>
        </a:p>
      </dgm:t>
    </dgm:pt>
    <dgm:pt modelId="{CACAE7A9-2C2E-4908-B9C7-3E7261B27F9A}" type="parTrans" cxnId="{4630A239-83C9-4743-844E-64D246F9B94C}">
      <dgm:prSet/>
      <dgm:spPr/>
      <dgm:t>
        <a:bodyPr/>
        <a:lstStyle/>
        <a:p>
          <a:endParaRPr lang="en-US"/>
        </a:p>
      </dgm:t>
    </dgm:pt>
    <dgm:pt modelId="{11042533-1412-40B2-956D-7CA3EC8BA9DE}" type="sibTrans" cxnId="{4630A239-83C9-4743-844E-64D246F9B94C}">
      <dgm:prSet/>
      <dgm:spPr/>
      <dgm:t>
        <a:bodyPr/>
        <a:lstStyle/>
        <a:p>
          <a:endParaRPr lang="en-US"/>
        </a:p>
      </dgm:t>
    </dgm:pt>
    <dgm:pt modelId="{F7FF1DBA-4A27-4144-8E76-AA11DC8CBE06}">
      <dgm:prSet/>
      <dgm:spPr/>
      <dgm:t>
        <a:bodyPr/>
        <a:lstStyle/>
        <a:p>
          <a:r>
            <a:rPr lang="en-IN" b="1"/>
            <a:t>User Onboarding</a:t>
          </a:r>
          <a:endParaRPr lang="en-US"/>
        </a:p>
      </dgm:t>
    </dgm:pt>
    <dgm:pt modelId="{982BD231-8744-479B-9165-02534C3878EE}" type="parTrans" cxnId="{2D416AAF-04D0-43C7-8E3C-85E4D34D4F92}">
      <dgm:prSet/>
      <dgm:spPr/>
      <dgm:t>
        <a:bodyPr/>
        <a:lstStyle/>
        <a:p>
          <a:endParaRPr lang="en-US"/>
        </a:p>
      </dgm:t>
    </dgm:pt>
    <dgm:pt modelId="{D86AE2A1-1D5F-42E6-8C49-8EE7CD3AE550}" type="sibTrans" cxnId="{2D416AAF-04D0-43C7-8E3C-85E4D34D4F92}">
      <dgm:prSet/>
      <dgm:spPr/>
      <dgm:t>
        <a:bodyPr/>
        <a:lstStyle/>
        <a:p>
          <a:endParaRPr lang="en-US"/>
        </a:p>
      </dgm:t>
    </dgm:pt>
    <dgm:pt modelId="{2103550B-8F13-40FA-A1CB-4F7A2142B2FC}">
      <dgm:prSet/>
      <dgm:spPr/>
      <dgm:t>
        <a:bodyPr/>
        <a:lstStyle/>
        <a:p>
          <a:r>
            <a:rPr lang="en-IN"/>
            <a:t>Aadhaar / DigiLocker-based identity authentication</a:t>
          </a:r>
          <a:endParaRPr lang="en-US"/>
        </a:p>
      </dgm:t>
    </dgm:pt>
    <dgm:pt modelId="{39BF6527-81AA-4A65-A943-ABB43DF7012A}" type="parTrans" cxnId="{F9B4F643-7EED-4866-A7B4-C9216783A36F}">
      <dgm:prSet/>
      <dgm:spPr/>
      <dgm:t>
        <a:bodyPr/>
        <a:lstStyle/>
        <a:p>
          <a:endParaRPr lang="en-US"/>
        </a:p>
      </dgm:t>
    </dgm:pt>
    <dgm:pt modelId="{B92E2AD0-A860-47B3-BA0F-A7BFA63C3FFB}" type="sibTrans" cxnId="{F9B4F643-7EED-4866-A7B4-C9216783A36F}">
      <dgm:prSet/>
      <dgm:spPr/>
      <dgm:t>
        <a:bodyPr/>
        <a:lstStyle/>
        <a:p>
          <a:endParaRPr lang="en-US"/>
        </a:p>
      </dgm:t>
    </dgm:pt>
    <dgm:pt modelId="{32EB32C8-104C-44C4-971D-2CD285075017}">
      <dgm:prSet/>
      <dgm:spPr/>
      <dgm:t>
        <a:bodyPr/>
        <a:lstStyle/>
        <a:p>
          <a:r>
            <a:rPr lang="en-IN"/>
            <a:t>KYC verification completed</a:t>
          </a:r>
          <a:endParaRPr lang="en-US"/>
        </a:p>
      </dgm:t>
    </dgm:pt>
    <dgm:pt modelId="{3CA1DA0A-1C11-47E9-8DA4-38AB94D0437B}" type="parTrans" cxnId="{08A3B577-EEBB-46D5-A003-C83EF1B358B5}">
      <dgm:prSet/>
      <dgm:spPr/>
      <dgm:t>
        <a:bodyPr/>
        <a:lstStyle/>
        <a:p>
          <a:endParaRPr lang="en-US"/>
        </a:p>
      </dgm:t>
    </dgm:pt>
    <dgm:pt modelId="{98D535D2-6BB9-4DFD-8B42-7D365F0376CD}" type="sibTrans" cxnId="{08A3B577-EEBB-46D5-A003-C83EF1B358B5}">
      <dgm:prSet/>
      <dgm:spPr/>
      <dgm:t>
        <a:bodyPr/>
        <a:lstStyle/>
        <a:p>
          <a:endParaRPr lang="en-US"/>
        </a:p>
      </dgm:t>
    </dgm:pt>
    <dgm:pt modelId="{FCD360C5-9D52-4400-902A-C1C1B3F174DA}">
      <dgm:prSet/>
      <dgm:spPr/>
      <dgm:t>
        <a:bodyPr/>
        <a:lstStyle/>
        <a:p>
          <a:r>
            <a:rPr lang="en-IN"/>
            <a:t>Encrypted TrustKYC token generated</a:t>
          </a:r>
          <a:endParaRPr lang="en-US"/>
        </a:p>
      </dgm:t>
    </dgm:pt>
    <dgm:pt modelId="{29C164FC-A7CF-432C-975C-271F26300DAC}" type="parTrans" cxnId="{D0F556D4-7C45-49CC-ACF0-001B5A52CF33}">
      <dgm:prSet/>
      <dgm:spPr/>
      <dgm:t>
        <a:bodyPr/>
        <a:lstStyle/>
        <a:p>
          <a:endParaRPr lang="en-US"/>
        </a:p>
      </dgm:t>
    </dgm:pt>
    <dgm:pt modelId="{3AE52C00-E1EC-4BC4-AFE6-B52EFEFEA2E1}" type="sibTrans" cxnId="{D0F556D4-7C45-49CC-ACF0-001B5A52CF33}">
      <dgm:prSet/>
      <dgm:spPr/>
      <dgm:t>
        <a:bodyPr/>
        <a:lstStyle/>
        <a:p>
          <a:endParaRPr lang="en-US"/>
        </a:p>
      </dgm:t>
    </dgm:pt>
    <dgm:pt modelId="{5770D6FA-9777-4407-BF0E-9EB77E47773B}">
      <dgm:prSet/>
      <dgm:spPr/>
      <dgm:t>
        <a:bodyPr/>
        <a:lstStyle/>
        <a:p>
          <a:r>
            <a:rPr lang="en-IN" b="1"/>
            <a:t>Sharing with a New Financial Institution</a:t>
          </a:r>
          <a:endParaRPr lang="en-US"/>
        </a:p>
      </dgm:t>
    </dgm:pt>
    <dgm:pt modelId="{AA689EF1-8533-4323-85F9-217F2A9E6AE8}" type="parTrans" cxnId="{5A6208B1-C2C8-438D-B815-F95C81871131}">
      <dgm:prSet/>
      <dgm:spPr/>
      <dgm:t>
        <a:bodyPr/>
        <a:lstStyle/>
        <a:p>
          <a:endParaRPr lang="en-US"/>
        </a:p>
      </dgm:t>
    </dgm:pt>
    <dgm:pt modelId="{AEBA4778-F951-4BB8-A611-100C002DECCA}" type="sibTrans" cxnId="{5A6208B1-C2C8-438D-B815-F95C81871131}">
      <dgm:prSet/>
      <dgm:spPr/>
      <dgm:t>
        <a:bodyPr/>
        <a:lstStyle/>
        <a:p>
          <a:endParaRPr lang="en-US"/>
        </a:p>
      </dgm:t>
    </dgm:pt>
    <dgm:pt modelId="{1B736CBB-1E7E-4784-B5C3-2DD1EC63C8F1}">
      <dgm:prSet/>
      <dgm:spPr/>
      <dgm:t>
        <a:bodyPr/>
        <a:lstStyle/>
        <a:p>
          <a:r>
            <a:rPr lang="en-IN"/>
            <a:t>User shares token</a:t>
          </a:r>
          <a:endParaRPr lang="en-US"/>
        </a:p>
      </dgm:t>
    </dgm:pt>
    <dgm:pt modelId="{41AE3538-72A6-4839-A887-7DF76E12DA9C}" type="parTrans" cxnId="{ACFEF0CC-7E30-4EFF-AA05-8C0AD41068EA}">
      <dgm:prSet/>
      <dgm:spPr/>
      <dgm:t>
        <a:bodyPr/>
        <a:lstStyle/>
        <a:p>
          <a:endParaRPr lang="en-US"/>
        </a:p>
      </dgm:t>
    </dgm:pt>
    <dgm:pt modelId="{DBFD6201-1C3A-49E1-9A34-30A8A0A1E7BE}" type="sibTrans" cxnId="{ACFEF0CC-7E30-4EFF-AA05-8C0AD41068EA}">
      <dgm:prSet/>
      <dgm:spPr/>
      <dgm:t>
        <a:bodyPr/>
        <a:lstStyle/>
        <a:p>
          <a:endParaRPr lang="en-US"/>
        </a:p>
      </dgm:t>
    </dgm:pt>
    <dgm:pt modelId="{3ABBDD93-733A-4CCD-96FC-187CAB25DC8A}">
      <dgm:prSet/>
      <dgm:spPr/>
      <dgm:t>
        <a:bodyPr/>
        <a:lstStyle/>
        <a:p>
          <a:r>
            <a:rPr lang="en-IN"/>
            <a:t>Institution verifies via TrustKYC API</a:t>
          </a:r>
          <a:endParaRPr lang="en-US"/>
        </a:p>
      </dgm:t>
    </dgm:pt>
    <dgm:pt modelId="{8020748D-4A2B-48E4-A7B1-01002A4F080E}" type="parTrans" cxnId="{2FDB0E31-EF9E-43F2-985C-FBB4E286C7D8}">
      <dgm:prSet/>
      <dgm:spPr/>
      <dgm:t>
        <a:bodyPr/>
        <a:lstStyle/>
        <a:p>
          <a:endParaRPr lang="en-US"/>
        </a:p>
      </dgm:t>
    </dgm:pt>
    <dgm:pt modelId="{4F59196D-7B6A-4AAC-8D84-3026681507E4}" type="sibTrans" cxnId="{2FDB0E31-EF9E-43F2-985C-FBB4E286C7D8}">
      <dgm:prSet/>
      <dgm:spPr/>
      <dgm:t>
        <a:bodyPr/>
        <a:lstStyle/>
        <a:p>
          <a:endParaRPr lang="en-US"/>
        </a:p>
      </dgm:t>
    </dgm:pt>
    <dgm:pt modelId="{6D7C7B92-F302-44B9-B0D5-8A9ADD7C8F79}">
      <dgm:prSet/>
      <dgm:spPr/>
      <dgm:t>
        <a:bodyPr/>
        <a:lstStyle/>
        <a:p>
          <a:r>
            <a:rPr lang="en-IN"/>
            <a:t>Only required data is shared (</a:t>
          </a:r>
          <a:r>
            <a:rPr lang="en-IN" b="1"/>
            <a:t>selective disclosure</a:t>
          </a:r>
          <a:r>
            <a:rPr lang="en-IN"/>
            <a:t>)</a:t>
          </a:r>
          <a:endParaRPr lang="en-US"/>
        </a:p>
      </dgm:t>
    </dgm:pt>
    <dgm:pt modelId="{A8DCDD6B-16BB-4E37-A4C5-6C634181DC55}" type="parTrans" cxnId="{6F6EC95C-602C-4F3B-946D-27D6FAAF199F}">
      <dgm:prSet/>
      <dgm:spPr/>
      <dgm:t>
        <a:bodyPr/>
        <a:lstStyle/>
        <a:p>
          <a:endParaRPr lang="en-US"/>
        </a:p>
      </dgm:t>
    </dgm:pt>
    <dgm:pt modelId="{9C0E41E3-6C97-4342-8D3E-EE08BA16BFC6}" type="sibTrans" cxnId="{6F6EC95C-602C-4F3B-946D-27D6FAAF199F}">
      <dgm:prSet/>
      <dgm:spPr/>
      <dgm:t>
        <a:bodyPr/>
        <a:lstStyle/>
        <a:p>
          <a:endParaRPr lang="en-US"/>
        </a:p>
      </dgm:t>
    </dgm:pt>
    <dgm:pt modelId="{5C818566-C954-4DF1-8844-198A75373C19}">
      <dgm:prSet/>
      <dgm:spPr/>
      <dgm:t>
        <a:bodyPr/>
        <a:lstStyle/>
        <a:p>
          <a:r>
            <a:rPr lang="en-IN" b="1"/>
            <a:t>Update &amp; Revocation</a:t>
          </a:r>
          <a:endParaRPr lang="en-US"/>
        </a:p>
      </dgm:t>
    </dgm:pt>
    <dgm:pt modelId="{19028201-F4B9-430A-9C6E-FC7B419C4A7C}" type="parTrans" cxnId="{E63BCAAF-8850-4921-96EF-F7226C74A3AA}">
      <dgm:prSet/>
      <dgm:spPr/>
      <dgm:t>
        <a:bodyPr/>
        <a:lstStyle/>
        <a:p>
          <a:endParaRPr lang="en-US"/>
        </a:p>
      </dgm:t>
    </dgm:pt>
    <dgm:pt modelId="{AEF37AAF-32F6-499E-A406-FC4067B76307}" type="sibTrans" cxnId="{E63BCAAF-8850-4921-96EF-F7226C74A3AA}">
      <dgm:prSet/>
      <dgm:spPr/>
      <dgm:t>
        <a:bodyPr/>
        <a:lstStyle/>
        <a:p>
          <a:endParaRPr lang="en-US"/>
        </a:p>
      </dgm:t>
    </dgm:pt>
    <dgm:pt modelId="{E064B29A-4300-4510-BAB1-ACCA780B977F}">
      <dgm:prSet/>
      <dgm:spPr/>
      <dgm:t>
        <a:bodyPr/>
        <a:lstStyle/>
        <a:p>
          <a:r>
            <a:rPr lang="en-IN"/>
            <a:t>Change in identity → Token updated</a:t>
          </a:r>
          <a:endParaRPr lang="en-US"/>
        </a:p>
      </dgm:t>
    </dgm:pt>
    <dgm:pt modelId="{B89D0A0B-14FB-4397-91D6-7F4FFFF27FCF}" type="parTrans" cxnId="{35FB7775-0B99-4EB0-B705-65DF559A328C}">
      <dgm:prSet/>
      <dgm:spPr/>
      <dgm:t>
        <a:bodyPr/>
        <a:lstStyle/>
        <a:p>
          <a:endParaRPr lang="en-US"/>
        </a:p>
      </dgm:t>
    </dgm:pt>
    <dgm:pt modelId="{A398E2C8-25AB-4E98-BFF8-03F5973B3754}" type="sibTrans" cxnId="{35FB7775-0B99-4EB0-B705-65DF559A328C}">
      <dgm:prSet/>
      <dgm:spPr/>
      <dgm:t>
        <a:bodyPr/>
        <a:lstStyle/>
        <a:p>
          <a:endParaRPr lang="en-US"/>
        </a:p>
      </dgm:t>
    </dgm:pt>
    <dgm:pt modelId="{60079717-FF22-46B8-A5DC-51FBD470B01F}">
      <dgm:prSet/>
      <dgm:spPr/>
      <dgm:t>
        <a:bodyPr/>
        <a:lstStyle/>
        <a:p>
          <a:r>
            <a:rPr lang="en-IN"/>
            <a:t>Updated record is reflected across institutions</a:t>
          </a:r>
          <a:endParaRPr lang="en-US"/>
        </a:p>
      </dgm:t>
    </dgm:pt>
    <dgm:pt modelId="{48CCBC0A-B9E5-4B09-958D-9E0A88B367F0}" type="parTrans" cxnId="{57949A92-7B33-4653-B0BF-70B0503DD555}">
      <dgm:prSet/>
      <dgm:spPr/>
      <dgm:t>
        <a:bodyPr/>
        <a:lstStyle/>
        <a:p>
          <a:endParaRPr lang="en-US"/>
        </a:p>
      </dgm:t>
    </dgm:pt>
    <dgm:pt modelId="{4AA3D7E8-F600-45A6-875D-6446AC00C9B5}" type="sibTrans" cxnId="{57949A92-7B33-4653-B0BF-70B0503DD555}">
      <dgm:prSet/>
      <dgm:spPr/>
      <dgm:t>
        <a:bodyPr/>
        <a:lstStyle/>
        <a:p>
          <a:endParaRPr lang="en-US"/>
        </a:p>
      </dgm:t>
    </dgm:pt>
    <dgm:pt modelId="{68D76344-20F8-4139-BBFD-F8A099BB6BE8}" type="pres">
      <dgm:prSet presAssocID="{A6C943EC-0F03-4992-B09F-FF738E8579C4}" presName="diagram" presStyleCnt="0">
        <dgm:presLayoutVars>
          <dgm:dir/>
          <dgm:resizeHandles val="exact"/>
        </dgm:presLayoutVars>
      </dgm:prSet>
      <dgm:spPr/>
    </dgm:pt>
    <dgm:pt modelId="{29F3AC1D-EE01-4184-84D9-EB1FFA90543E}" type="pres">
      <dgm:prSet presAssocID="{05278707-0D9F-46DF-8FB1-691916063980}" presName="node" presStyleLbl="node1" presStyleIdx="0" presStyleCnt="12">
        <dgm:presLayoutVars>
          <dgm:bulletEnabled val="1"/>
        </dgm:presLayoutVars>
      </dgm:prSet>
      <dgm:spPr/>
    </dgm:pt>
    <dgm:pt modelId="{2A04898F-436E-45B7-B8F2-B59097BA058B}" type="pres">
      <dgm:prSet presAssocID="{11042533-1412-40B2-956D-7CA3EC8BA9DE}" presName="sibTrans" presStyleCnt="0"/>
      <dgm:spPr/>
    </dgm:pt>
    <dgm:pt modelId="{3DFD61A8-FB49-4D01-AC36-2054060D60AD}" type="pres">
      <dgm:prSet presAssocID="{F7FF1DBA-4A27-4144-8E76-AA11DC8CBE06}" presName="node" presStyleLbl="node1" presStyleIdx="1" presStyleCnt="12">
        <dgm:presLayoutVars>
          <dgm:bulletEnabled val="1"/>
        </dgm:presLayoutVars>
      </dgm:prSet>
      <dgm:spPr/>
    </dgm:pt>
    <dgm:pt modelId="{10B4AE4A-11C4-4C86-AFB3-78454B629147}" type="pres">
      <dgm:prSet presAssocID="{D86AE2A1-1D5F-42E6-8C49-8EE7CD3AE550}" presName="sibTrans" presStyleCnt="0"/>
      <dgm:spPr/>
    </dgm:pt>
    <dgm:pt modelId="{6787B02B-D485-4EA1-A500-773993E85F34}" type="pres">
      <dgm:prSet presAssocID="{2103550B-8F13-40FA-A1CB-4F7A2142B2FC}" presName="node" presStyleLbl="node1" presStyleIdx="2" presStyleCnt="12">
        <dgm:presLayoutVars>
          <dgm:bulletEnabled val="1"/>
        </dgm:presLayoutVars>
      </dgm:prSet>
      <dgm:spPr/>
    </dgm:pt>
    <dgm:pt modelId="{F55FAB90-50FB-4B13-B20B-11535F152F3B}" type="pres">
      <dgm:prSet presAssocID="{B92E2AD0-A860-47B3-BA0F-A7BFA63C3FFB}" presName="sibTrans" presStyleCnt="0"/>
      <dgm:spPr/>
    </dgm:pt>
    <dgm:pt modelId="{0EFE59BC-CBCD-438C-92D0-03A82382861A}" type="pres">
      <dgm:prSet presAssocID="{32EB32C8-104C-44C4-971D-2CD285075017}" presName="node" presStyleLbl="node1" presStyleIdx="3" presStyleCnt="12">
        <dgm:presLayoutVars>
          <dgm:bulletEnabled val="1"/>
        </dgm:presLayoutVars>
      </dgm:prSet>
      <dgm:spPr/>
    </dgm:pt>
    <dgm:pt modelId="{07B336AA-71E2-4CEA-846C-DB7F11AEA4E3}" type="pres">
      <dgm:prSet presAssocID="{98D535D2-6BB9-4DFD-8B42-7D365F0376CD}" presName="sibTrans" presStyleCnt="0"/>
      <dgm:spPr/>
    </dgm:pt>
    <dgm:pt modelId="{B916BEBB-C560-4833-BDB4-60C46E821327}" type="pres">
      <dgm:prSet presAssocID="{FCD360C5-9D52-4400-902A-C1C1B3F174DA}" presName="node" presStyleLbl="node1" presStyleIdx="4" presStyleCnt="12">
        <dgm:presLayoutVars>
          <dgm:bulletEnabled val="1"/>
        </dgm:presLayoutVars>
      </dgm:prSet>
      <dgm:spPr/>
    </dgm:pt>
    <dgm:pt modelId="{13104636-6065-43A9-97EA-F83EFA6FDA87}" type="pres">
      <dgm:prSet presAssocID="{3AE52C00-E1EC-4BC4-AFE6-B52EFEFEA2E1}" presName="sibTrans" presStyleCnt="0"/>
      <dgm:spPr/>
    </dgm:pt>
    <dgm:pt modelId="{F00351F6-86FA-40DB-A02C-D71E4A3216D7}" type="pres">
      <dgm:prSet presAssocID="{5770D6FA-9777-4407-BF0E-9EB77E47773B}" presName="node" presStyleLbl="node1" presStyleIdx="5" presStyleCnt="12">
        <dgm:presLayoutVars>
          <dgm:bulletEnabled val="1"/>
        </dgm:presLayoutVars>
      </dgm:prSet>
      <dgm:spPr/>
    </dgm:pt>
    <dgm:pt modelId="{8D5E9A27-3A52-46B2-9FBB-0A09C258F0E6}" type="pres">
      <dgm:prSet presAssocID="{AEBA4778-F951-4BB8-A611-100C002DECCA}" presName="sibTrans" presStyleCnt="0"/>
      <dgm:spPr/>
    </dgm:pt>
    <dgm:pt modelId="{FAE3AE8F-2A8D-4135-A0DC-1B3CB0611E7F}" type="pres">
      <dgm:prSet presAssocID="{1B736CBB-1E7E-4784-B5C3-2DD1EC63C8F1}" presName="node" presStyleLbl="node1" presStyleIdx="6" presStyleCnt="12">
        <dgm:presLayoutVars>
          <dgm:bulletEnabled val="1"/>
        </dgm:presLayoutVars>
      </dgm:prSet>
      <dgm:spPr/>
    </dgm:pt>
    <dgm:pt modelId="{E026B9AC-CE67-4B7C-8444-BAD586CDCF27}" type="pres">
      <dgm:prSet presAssocID="{DBFD6201-1C3A-49E1-9A34-30A8A0A1E7BE}" presName="sibTrans" presStyleCnt="0"/>
      <dgm:spPr/>
    </dgm:pt>
    <dgm:pt modelId="{96606551-F5B4-43FB-80DE-A1074055EEDA}" type="pres">
      <dgm:prSet presAssocID="{3ABBDD93-733A-4CCD-96FC-187CAB25DC8A}" presName="node" presStyleLbl="node1" presStyleIdx="7" presStyleCnt="12">
        <dgm:presLayoutVars>
          <dgm:bulletEnabled val="1"/>
        </dgm:presLayoutVars>
      </dgm:prSet>
      <dgm:spPr/>
    </dgm:pt>
    <dgm:pt modelId="{312EC2A6-EEB2-400A-BBDA-C9A6D4C1FF95}" type="pres">
      <dgm:prSet presAssocID="{4F59196D-7B6A-4AAC-8D84-3026681507E4}" presName="sibTrans" presStyleCnt="0"/>
      <dgm:spPr/>
    </dgm:pt>
    <dgm:pt modelId="{781600C6-3EDF-4753-BAB6-165E02B5E864}" type="pres">
      <dgm:prSet presAssocID="{6D7C7B92-F302-44B9-B0D5-8A9ADD7C8F79}" presName="node" presStyleLbl="node1" presStyleIdx="8" presStyleCnt="12">
        <dgm:presLayoutVars>
          <dgm:bulletEnabled val="1"/>
        </dgm:presLayoutVars>
      </dgm:prSet>
      <dgm:spPr/>
    </dgm:pt>
    <dgm:pt modelId="{A004B27D-B79A-4EAF-B1A8-13E884F457A3}" type="pres">
      <dgm:prSet presAssocID="{9C0E41E3-6C97-4342-8D3E-EE08BA16BFC6}" presName="sibTrans" presStyleCnt="0"/>
      <dgm:spPr/>
    </dgm:pt>
    <dgm:pt modelId="{F022CD24-0D01-4D33-8974-67D6E243E6B7}" type="pres">
      <dgm:prSet presAssocID="{5C818566-C954-4DF1-8844-198A75373C19}" presName="node" presStyleLbl="node1" presStyleIdx="9" presStyleCnt="12">
        <dgm:presLayoutVars>
          <dgm:bulletEnabled val="1"/>
        </dgm:presLayoutVars>
      </dgm:prSet>
      <dgm:spPr/>
    </dgm:pt>
    <dgm:pt modelId="{AF73AB36-B74E-49C8-BAFD-E319E616BF5B}" type="pres">
      <dgm:prSet presAssocID="{AEF37AAF-32F6-499E-A406-FC4067B76307}" presName="sibTrans" presStyleCnt="0"/>
      <dgm:spPr/>
    </dgm:pt>
    <dgm:pt modelId="{C8DDC60F-93BC-4F9D-8EDE-A58B13FADC48}" type="pres">
      <dgm:prSet presAssocID="{E064B29A-4300-4510-BAB1-ACCA780B977F}" presName="node" presStyleLbl="node1" presStyleIdx="10" presStyleCnt="12">
        <dgm:presLayoutVars>
          <dgm:bulletEnabled val="1"/>
        </dgm:presLayoutVars>
      </dgm:prSet>
      <dgm:spPr/>
    </dgm:pt>
    <dgm:pt modelId="{2982F0A8-9080-435E-8A44-C9B617B30B4A}" type="pres">
      <dgm:prSet presAssocID="{A398E2C8-25AB-4E98-BFF8-03F5973B3754}" presName="sibTrans" presStyleCnt="0"/>
      <dgm:spPr/>
    </dgm:pt>
    <dgm:pt modelId="{E456AE0C-AF64-43A0-AA56-DB1497997AB1}" type="pres">
      <dgm:prSet presAssocID="{60079717-FF22-46B8-A5DC-51FBD470B01F}" presName="node" presStyleLbl="node1" presStyleIdx="11" presStyleCnt="12">
        <dgm:presLayoutVars>
          <dgm:bulletEnabled val="1"/>
        </dgm:presLayoutVars>
      </dgm:prSet>
      <dgm:spPr/>
    </dgm:pt>
  </dgm:ptLst>
  <dgm:cxnLst>
    <dgm:cxn modelId="{66C43B03-FBCA-40D1-8A77-E3B647C11038}" type="presOf" srcId="{5770D6FA-9777-4407-BF0E-9EB77E47773B}" destId="{F00351F6-86FA-40DB-A02C-D71E4A3216D7}" srcOrd="0" destOrd="0" presId="urn:microsoft.com/office/officeart/2005/8/layout/default"/>
    <dgm:cxn modelId="{86655719-1047-4C75-997B-8047805712C1}" type="presOf" srcId="{1B736CBB-1E7E-4784-B5C3-2DD1EC63C8F1}" destId="{FAE3AE8F-2A8D-4135-A0DC-1B3CB0611E7F}" srcOrd="0" destOrd="0" presId="urn:microsoft.com/office/officeart/2005/8/layout/default"/>
    <dgm:cxn modelId="{B78BE81D-391B-48C2-BDAF-11265C3F3792}" type="presOf" srcId="{F7FF1DBA-4A27-4144-8E76-AA11DC8CBE06}" destId="{3DFD61A8-FB49-4D01-AC36-2054060D60AD}" srcOrd="0" destOrd="0" presId="urn:microsoft.com/office/officeart/2005/8/layout/default"/>
    <dgm:cxn modelId="{2FDB0E31-EF9E-43F2-985C-FBB4E286C7D8}" srcId="{A6C943EC-0F03-4992-B09F-FF738E8579C4}" destId="{3ABBDD93-733A-4CCD-96FC-187CAB25DC8A}" srcOrd="7" destOrd="0" parTransId="{8020748D-4A2B-48E4-A7B1-01002A4F080E}" sibTransId="{4F59196D-7B6A-4AAC-8D84-3026681507E4}"/>
    <dgm:cxn modelId="{4630A239-83C9-4743-844E-64D246F9B94C}" srcId="{A6C943EC-0F03-4992-B09F-FF738E8579C4}" destId="{05278707-0D9F-46DF-8FB1-691916063980}" srcOrd="0" destOrd="0" parTransId="{CACAE7A9-2C2E-4908-B9C7-3E7261B27F9A}" sibTransId="{11042533-1412-40B2-956D-7CA3EC8BA9DE}"/>
    <dgm:cxn modelId="{80E2EE3E-B60C-45C4-A7F9-C573208AC260}" type="presOf" srcId="{3ABBDD93-733A-4CCD-96FC-187CAB25DC8A}" destId="{96606551-F5B4-43FB-80DE-A1074055EEDA}" srcOrd="0" destOrd="0" presId="urn:microsoft.com/office/officeart/2005/8/layout/default"/>
    <dgm:cxn modelId="{98D7A05C-C1CC-44D9-A069-B0BCF3667217}" type="presOf" srcId="{FCD360C5-9D52-4400-902A-C1C1B3F174DA}" destId="{B916BEBB-C560-4833-BDB4-60C46E821327}" srcOrd="0" destOrd="0" presId="urn:microsoft.com/office/officeart/2005/8/layout/default"/>
    <dgm:cxn modelId="{6F6EC95C-602C-4F3B-946D-27D6FAAF199F}" srcId="{A6C943EC-0F03-4992-B09F-FF738E8579C4}" destId="{6D7C7B92-F302-44B9-B0D5-8A9ADD7C8F79}" srcOrd="8" destOrd="0" parTransId="{A8DCDD6B-16BB-4E37-A4C5-6C634181DC55}" sibTransId="{9C0E41E3-6C97-4342-8D3E-EE08BA16BFC6}"/>
    <dgm:cxn modelId="{E1D1C142-A584-40BA-A399-39BDE746949F}" type="presOf" srcId="{32EB32C8-104C-44C4-971D-2CD285075017}" destId="{0EFE59BC-CBCD-438C-92D0-03A82382861A}" srcOrd="0" destOrd="0" presId="urn:microsoft.com/office/officeart/2005/8/layout/default"/>
    <dgm:cxn modelId="{F9B4F643-7EED-4866-A7B4-C9216783A36F}" srcId="{A6C943EC-0F03-4992-B09F-FF738E8579C4}" destId="{2103550B-8F13-40FA-A1CB-4F7A2142B2FC}" srcOrd="2" destOrd="0" parTransId="{39BF6527-81AA-4A65-A943-ABB43DF7012A}" sibTransId="{B92E2AD0-A860-47B3-BA0F-A7BFA63C3FFB}"/>
    <dgm:cxn modelId="{35FB7775-0B99-4EB0-B705-65DF559A328C}" srcId="{A6C943EC-0F03-4992-B09F-FF738E8579C4}" destId="{E064B29A-4300-4510-BAB1-ACCA780B977F}" srcOrd="10" destOrd="0" parTransId="{B89D0A0B-14FB-4397-91D6-7F4FFFF27FCF}" sibTransId="{A398E2C8-25AB-4E98-BFF8-03F5973B3754}"/>
    <dgm:cxn modelId="{08A3B577-EEBB-46D5-A003-C83EF1B358B5}" srcId="{A6C943EC-0F03-4992-B09F-FF738E8579C4}" destId="{32EB32C8-104C-44C4-971D-2CD285075017}" srcOrd="3" destOrd="0" parTransId="{3CA1DA0A-1C11-47E9-8DA4-38AB94D0437B}" sibTransId="{98D535D2-6BB9-4DFD-8B42-7D365F0376CD}"/>
    <dgm:cxn modelId="{5432197D-6442-490C-BD74-96C129989A6D}" type="presOf" srcId="{A6C943EC-0F03-4992-B09F-FF738E8579C4}" destId="{68D76344-20F8-4139-BBFD-F8A099BB6BE8}" srcOrd="0" destOrd="0" presId="urn:microsoft.com/office/officeart/2005/8/layout/default"/>
    <dgm:cxn modelId="{5661C481-035D-4134-ADAB-4600A3932899}" type="presOf" srcId="{60079717-FF22-46B8-A5DC-51FBD470B01F}" destId="{E456AE0C-AF64-43A0-AA56-DB1497997AB1}" srcOrd="0" destOrd="0" presId="urn:microsoft.com/office/officeart/2005/8/layout/default"/>
    <dgm:cxn modelId="{73E6FC8B-87B4-4BB0-BC63-C99033526D46}" type="presOf" srcId="{5C818566-C954-4DF1-8844-198A75373C19}" destId="{F022CD24-0D01-4D33-8974-67D6E243E6B7}" srcOrd="0" destOrd="0" presId="urn:microsoft.com/office/officeart/2005/8/layout/default"/>
    <dgm:cxn modelId="{57949A92-7B33-4653-B0BF-70B0503DD555}" srcId="{A6C943EC-0F03-4992-B09F-FF738E8579C4}" destId="{60079717-FF22-46B8-A5DC-51FBD470B01F}" srcOrd="11" destOrd="0" parTransId="{48CCBC0A-B9E5-4B09-958D-9E0A88B367F0}" sibTransId="{4AA3D7E8-F600-45A6-875D-6446AC00C9B5}"/>
    <dgm:cxn modelId="{F678A2AD-9BDA-4134-BC52-7CF2C58AD874}" type="presOf" srcId="{E064B29A-4300-4510-BAB1-ACCA780B977F}" destId="{C8DDC60F-93BC-4F9D-8EDE-A58B13FADC48}" srcOrd="0" destOrd="0" presId="urn:microsoft.com/office/officeart/2005/8/layout/default"/>
    <dgm:cxn modelId="{2D416AAF-04D0-43C7-8E3C-85E4D34D4F92}" srcId="{A6C943EC-0F03-4992-B09F-FF738E8579C4}" destId="{F7FF1DBA-4A27-4144-8E76-AA11DC8CBE06}" srcOrd="1" destOrd="0" parTransId="{982BD231-8744-479B-9165-02534C3878EE}" sibTransId="{D86AE2A1-1D5F-42E6-8C49-8EE7CD3AE550}"/>
    <dgm:cxn modelId="{E63BCAAF-8850-4921-96EF-F7226C74A3AA}" srcId="{A6C943EC-0F03-4992-B09F-FF738E8579C4}" destId="{5C818566-C954-4DF1-8844-198A75373C19}" srcOrd="9" destOrd="0" parTransId="{19028201-F4B9-430A-9C6E-FC7B419C4A7C}" sibTransId="{AEF37AAF-32F6-499E-A406-FC4067B76307}"/>
    <dgm:cxn modelId="{5A6208B1-C2C8-438D-B815-F95C81871131}" srcId="{A6C943EC-0F03-4992-B09F-FF738E8579C4}" destId="{5770D6FA-9777-4407-BF0E-9EB77E47773B}" srcOrd="5" destOrd="0" parTransId="{AA689EF1-8533-4323-85F9-217F2A9E6AE8}" sibTransId="{AEBA4778-F951-4BB8-A611-100C002DECCA}"/>
    <dgm:cxn modelId="{F79DDCC3-1BE5-4348-8B33-9DDE4A8D84B1}" type="presOf" srcId="{05278707-0D9F-46DF-8FB1-691916063980}" destId="{29F3AC1D-EE01-4184-84D9-EB1FFA90543E}" srcOrd="0" destOrd="0" presId="urn:microsoft.com/office/officeart/2005/8/layout/default"/>
    <dgm:cxn modelId="{ACFEF0CC-7E30-4EFF-AA05-8C0AD41068EA}" srcId="{A6C943EC-0F03-4992-B09F-FF738E8579C4}" destId="{1B736CBB-1E7E-4784-B5C3-2DD1EC63C8F1}" srcOrd="6" destOrd="0" parTransId="{41AE3538-72A6-4839-A887-7DF76E12DA9C}" sibTransId="{DBFD6201-1C3A-49E1-9A34-30A8A0A1E7BE}"/>
    <dgm:cxn modelId="{D0F556D4-7C45-49CC-ACF0-001B5A52CF33}" srcId="{A6C943EC-0F03-4992-B09F-FF738E8579C4}" destId="{FCD360C5-9D52-4400-902A-C1C1B3F174DA}" srcOrd="4" destOrd="0" parTransId="{29C164FC-A7CF-432C-975C-271F26300DAC}" sibTransId="{3AE52C00-E1EC-4BC4-AFE6-B52EFEFEA2E1}"/>
    <dgm:cxn modelId="{2FB348F2-CBC3-4B78-BD16-15B4242CE312}" type="presOf" srcId="{2103550B-8F13-40FA-A1CB-4F7A2142B2FC}" destId="{6787B02B-D485-4EA1-A500-773993E85F34}" srcOrd="0" destOrd="0" presId="urn:microsoft.com/office/officeart/2005/8/layout/default"/>
    <dgm:cxn modelId="{04A970FD-135E-4243-8BD4-981899F3E8F4}" type="presOf" srcId="{6D7C7B92-F302-44B9-B0D5-8A9ADD7C8F79}" destId="{781600C6-3EDF-4753-BAB6-165E02B5E864}" srcOrd="0" destOrd="0" presId="urn:microsoft.com/office/officeart/2005/8/layout/default"/>
    <dgm:cxn modelId="{D0728CFC-F237-4DFF-B714-79094936A384}" type="presParOf" srcId="{68D76344-20F8-4139-BBFD-F8A099BB6BE8}" destId="{29F3AC1D-EE01-4184-84D9-EB1FFA90543E}" srcOrd="0" destOrd="0" presId="urn:microsoft.com/office/officeart/2005/8/layout/default"/>
    <dgm:cxn modelId="{016144C0-3C8D-438A-8E6F-7E6597CF8BBE}" type="presParOf" srcId="{68D76344-20F8-4139-BBFD-F8A099BB6BE8}" destId="{2A04898F-436E-45B7-B8F2-B59097BA058B}" srcOrd="1" destOrd="0" presId="urn:microsoft.com/office/officeart/2005/8/layout/default"/>
    <dgm:cxn modelId="{CB51C053-FF0A-4731-AED1-FD4195129041}" type="presParOf" srcId="{68D76344-20F8-4139-BBFD-F8A099BB6BE8}" destId="{3DFD61A8-FB49-4D01-AC36-2054060D60AD}" srcOrd="2" destOrd="0" presId="urn:microsoft.com/office/officeart/2005/8/layout/default"/>
    <dgm:cxn modelId="{D99E2C30-CAF5-4F46-9B24-65A6E524B8E3}" type="presParOf" srcId="{68D76344-20F8-4139-BBFD-F8A099BB6BE8}" destId="{10B4AE4A-11C4-4C86-AFB3-78454B629147}" srcOrd="3" destOrd="0" presId="urn:microsoft.com/office/officeart/2005/8/layout/default"/>
    <dgm:cxn modelId="{0CB49644-7CD5-4E3C-A3C7-35CDC6E8D830}" type="presParOf" srcId="{68D76344-20F8-4139-BBFD-F8A099BB6BE8}" destId="{6787B02B-D485-4EA1-A500-773993E85F34}" srcOrd="4" destOrd="0" presId="urn:microsoft.com/office/officeart/2005/8/layout/default"/>
    <dgm:cxn modelId="{B7792068-2FC4-431A-A4E6-6FA1895A1E17}" type="presParOf" srcId="{68D76344-20F8-4139-BBFD-F8A099BB6BE8}" destId="{F55FAB90-50FB-4B13-B20B-11535F152F3B}" srcOrd="5" destOrd="0" presId="urn:microsoft.com/office/officeart/2005/8/layout/default"/>
    <dgm:cxn modelId="{8A920BA6-EF2E-4DAE-AFE4-E46799F6F29F}" type="presParOf" srcId="{68D76344-20F8-4139-BBFD-F8A099BB6BE8}" destId="{0EFE59BC-CBCD-438C-92D0-03A82382861A}" srcOrd="6" destOrd="0" presId="urn:microsoft.com/office/officeart/2005/8/layout/default"/>
    <dgm:cxn modelId="{1FA68D67-8182-483D-BDB5-04103615836A}" type="presParOf" srcId="{68D76344-20F8-4139-BBFD-F8A099BB6BE8}" destId="{07B336AA-71E2-4CEA-846C-DB7F11AEA4E3}" srcOrd="7" destOrd="0" presId="urn:microsoft.com/office/officeart/2005/8/layout/default"/>
    <dgm:cxn modelId="{0C35AF04-708C-42D4-BD72-8118FD2B5372}" type="presParOf" srcId="{68D76344-20F8-4139-BBFD-F8A099BB6BE8}" destId="{B916BEBB-C560-4833-BDB4-60C46E821327}" srcOrd="8" destOrd="0" presId="urn:microsoft.com/office/officeart/2005/8/layout/default"/>
    <dgm:cxn modelId="{8066FEE5-DF82-4051-AB2B-9B36F33C166B}" type="presParOf" srcId="{68D76344-20F8-4139-BBFD-F8A099BB6BE8}" destId="{13104636-6065-43A9-97EA-F83EFA6FDA87}" srcOrd="9" destOrd="0" presId="urn:microsoft.com/office/officeart/2005/8/layout/default"/>
    <dgm:cxn modelId="{F10CE9E4-E2BE-403F-80C1-2F9A72C5169C}" type="presParOf" srcId="{68D76344-20F8-4139-BBFD-F8A099BB6BE8}" destId="{F00351F6-86FA-40DB-A02C-D71E4A3216D7}" srcOrd="10" destOrd="0" presId="urn:microsoft.com/office/officeart/2005/8/layout/default"/>
    <dgm:cxn modelId="{8ACC261F-8590-4ECB-AA44-E18A8846FFA0}" type="presParOf" srcId="{68D76344-20F8-4139-BBFD-F8A099BB6BE8}" destId="{8D5E9A27-3A52-46B2-9FBB-0A09C258F0E6}" srcOrd="11" destOrd="0" presId="urn:microsoft.com/office/officeart/2005/8/layout/default"/>
    <dgm:cxn modelId="{C143759C-2168-4B5C-9508-EC60530F24BC}" type="presParOf" srcId="{68D76344-20F8-4139-BBFD-F8A099BB6BE8}" destId="{FAE3AE8F-2A8D-4135-A0DC-1B3CB0611E7F}" srcOrd="12" destOrd="0" presId="urn:microsoft.com/office/officeart/2005/8/layout/default"/>
    <dgm:cxn modelId="{108B6A98-9150-4180-BC65-6E4532DBC23C}" type="presParOf" srcId="{68D76344-20F8-4139-BBFD-F8A099BB6BE8}" destId="{E026B9AC-CE67-4B7C-8444-BAD586CDCF27}" srcOrd="13" destOrd="0" presId="urn:microsoft.com/office/officeart/2005/8/layout/default"/>
    <dgm:cxn modelId="{EF1DFC97-B652-441D-8D46-4B1B619A18EB}" type="presParOf" srcId="{68D76344-20F8-4139-BBFD-F8A099BB6BE8}" destId="{96606551-F5B4-43FB-80DE-A1074055EEDA}" srcOrd="14" destOrd="0" presId="urn:microsoft.com/office/officeart/2005/8/layout/default"/>
    <dgm:cxn modelId="{7906ECA5-7BDF-43C4-A51D-23C0B404B823}" type="presParOf" srcId="{68D76344-20F8-4139-BBFD-F8A099BB6BE8}" destId="{312EC2A6-EEB2-400A-BBDA-C9A6D4C1FF95}" srcOrd="15" destOrd="0" presId="urn:microsoft.com/office/officeart/2005/8/layout/default"/>
    <dgm:cxn modelId="{7FDDDD0A-B822-4047-84BF-8258147FB6D0}" type="presParOf" srcId="{68D76344-20F8-4139-BBFD-F8A099BB6BE8}" destId="{781600C6-3EDF-4753-BAB6-165E02B5E864}" srcOrd="16" destOrd="0" presId="urn:microsoft.com/office/officeart/2005/8/layout/default"/>
    <dgm:cxn modelId="{23590B22-4CC1-4F12-93CB-C295CC733DB7}" type="presParOf" srcId="{68D76344-20F8-4139-BBFD-F8A099BB6BE8}" destId="{A004B27D-B79A-4EAF-B1A8-13E884F457A3}" srcOrd="17" destOrd="0" presId="urn:microsoft.com/office/officeart/2005/8/layout/default"/>
    <dgm:cxn modelId="{65874780-00FB-4F71-AC8C-49BA8F10A71B}" type="presParOf" srcId="{68D76344-20F8-4139-BBFD-F8A099BB6BE8}" destId="{F022CD24-0D01-4D33-8974-67D6E243E6B7}" srcOrd="18" destOrd="0" presId="urn:microsoft.com/office/officeart/2005/8/layout/default"/>
    <dgm:cxn modelId="{9FD54AAC-9B17-42ED-B67D-47285463259A}" type="presParOf" srcId="{68D76344-20F8-4139-BBFD-F8A099BB6BE8}" destId="{AF73AB36-B74E-49C8-BAFD-E319E616BF5B}" srcOrd="19" destOrd="0" presId="urn:microsoft.com/office/officeart/2005/8/layout/default"/>
    <dgm:cxn modelId="{A3AE96D6-8EB5-4EE2-B4C3-1E41910027A4}" type="presParOf" srcId="{68D76344-20F8-4139-BBFD-F8A099BB6BE8}" destId="{C8DDC60F-93BC-4F9D-8EDE-A58B13FADC48}" srcOrd="20" destOrd="0" presId="urn:microsoft.com/office/officeart/2005/8/layout/default"/>
    <dgm:cxn modelId="{E5C6DC91-8047-4007-B444-4D71C84990B9}" type="presParOf" srcId="{68D76344-20F8-4139-BBFD-F8A099BB6BE8}" destId="{2982F0A8-9080-435E-8A44-C9B617B30B4A}" srcOrd="21" destOrd="0" presId="urn:microsoft.com/office/officeart/2005/8/layout/default"/>
    <dgm:cxn modelId="{972F9444-4405-4605-95CD-22EC3A59A857}" type="presParOf" srcId="{68D76344-20F8-4139-BBFD-F8A099BB6BE8}" destId="{E456AE0C-AF64-43A0-AA56-DB1497997AB1}" srcOrd="2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AB1CDA7-0CDF-4CAD-B156-CDDEF229001D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8F14752C-35DD-4B14-893C-076DA59A77B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IN" b="1"/>
            <a:t>Slide 8 — Key Features</a:t>
          </a:r>
          <a:endParaRPr lang="en-US"/>
        </a:p>
      </dgm:t>
    </dgm:pt>
    <dgm:pt modelId="{A2B12ADC-8DE8-4627-9381-282D81A9BB6E}" type="parTrans" cxnId="{617BB617-085C-4594-B020-4461F91B8C5E}">
      <dgm:prSet/>
      <dgm:spPr/>
      <dgm:t>
        <a:bodyPr/>
        <a:lstStyle/>
        <a:p>
          <a:endParaRPr lang="en-US"/>
        </a:p>
      </dgm:t>
    </dgm:pt>
    <dgm:pt modelId="{824790BA-D724-45BD-9270-98EB47D042C0}" type="sibTrans" cxnId="{617BB617-085C-4594-B020-4461F91B8C5E}">
      <dgm:prSet/>
      <dgm:spPr/>
      <dgm:t>
        <a:bodyPr/>
        <a:lstStyle/>
        <a:p>
          <a:endParaRPr lang="en-US"/>
        </a:p>
      </dgm:t>
    </dgm:pt>
    <dgm:pt modelId="{5ABD3F3C-E2C9-4179-962E-887CA5E98FE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IN"/>
            <a:t>🔐 Zero-trust security model</a:t>
          </a:r>
          <a:endParaRPr lang="en-US"/>
        </a:p>
      </dgm:t>
    </dgm:pt>
    <dgm:pt modelId="{CEFB3762-BC6E-49EF-A360-16D5EF54D12D}" type="parTrans" cxnId="{68DE2EFC-E7A5-4CE9-ACDA-C87EA679D6F5}">
      <dgm:prSet/>
      <dgm:spPr/>
      <dgm:t>
        <a:bodyPr/>
        <a:lstStyle/>
        <a:p>
          <a:endParaRPr lang="en-US"/>
        </a:p>
      </dgm:t>
    </dgm:pt>
    <dgm:pt modelId="{E90CF75A-6F05-4630-BF78-B3CECE291EBE}" type="sibTrans" cxnId="{68DE2EFC-E7A5-4CE9-ACDA-C87EA679D6F5}">
      <dgm:prSet/>
      <dgm:spPr/>
      <dgm:t>
        <a:bodyPr/>
        <a:lstStyle/>
        <a:p>
          <a:endParaRPr lang="en-US"/>
        </a:p>
      </dgm:t>
    </dgm:pt>
    <dgm:pt modelId="{BC1E1A31-79CC-4953-B322-4350835AC61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IN" dirty="0"/>
            <a:t>🎯 Selective disclosure with consent control</a:t>
          </a:r>
          <a:endParaRPr lang="en-US" dirty="0"/>
        </a:p>
      </dgm:t>
    </dgm:pt>
    <dgm:pt modelId="{8C249626-8528-4D08-80E3-61E040F30CF2}" type="parTrans" cxnId="{756F3BA0-E119-469E-83C8-E90275643AD1}">
      <dgm:prSet/>
      <dgm:spPr/>
      <dgm:t>
        <a:bodyPr/>
        <a:lstStyle/>
        <a:p>
          <a:endParaRPr lang="en-US"/>
        </a:p>
      </dgm:t>
    </dgm:pt>
    <dgm:pt modelId="{C0F01C5C-DB0B-4CC4-B1C2-4FF3AABAB3A4}" type="sibTrans" cxnId="{756F3BA0-E119-469E-83C8-E90275643AD1}">
      <dgm:prSet/>
      <dgm:spPr/>
      <dgm:t>
        <a:bodyPr/>
        <a:lstStyle/>
        <a:p>
          <a:endParaRPr lang="en-US"/>
        </a:p>
      </dgm:t>
    </dgm:pt>
    <dgm:pt modelId="{99553198-2F09-42B4-8737-9290F62E481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IN"/>
            <a:t>📦 Plug-and-play API ecosystem</a:t>
          </a:r>
          <a:endParaRPr lang="en-US"/>
        </a:p>
      </dgm:t>
    </dgm:pt>
    <dgm:pt modelId="{4461F04E-0C01-45EE-A9F1-8EACF00B86CD}" type="parTrans" cxnId="{1197498C-5768-4D09-8425-79427A9F8D35}">
      <dgm:prSet/>
      <dgm:spPr/>
      <dgm:t>
        <a:bodyPr/>
        <a:lstStyle/>
        <a:p>
          <a:endParaRPr lang="en-US"/>
        </a:p>
      </dgm:t>
    </dgm:pt>
    <dgm:pt modelId="{735972CB-446C-4861-BAC8-B1ECB24EDAF4}" type="sibTrans" cxnId="{1197498C-5768-4D09-8425-79427A9F8D35}">
      <dgm:prSet/>
      <dgm:spPr/>
      <dgm:t>
        <a:bodyPr/>
        <a:lstStyle/>
        <a:p>
          <a:endParaRPr lang="en-US"/>
        </a:p>
      </dgm:t>
    </dgm:pt>
    <dgm:pt modelId="{6660F763-5A0E-4B98-9417-C48DF909032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IN"/>
            <a:t>♻ Reusable identity across institutions</a:t>
          </a:r>
          <a:endParaRPr lang="en-US"/>
        </a:p>
      </dgm:t>
    </dgm:pt>
    <dgm:pt modelId="{7FDDDFF5-52D9-44F4-BADD-163CA0F22781}" type="parTrans" cxnId="{2FAFF3C5-0B50-484D-94B8-D040AAA72838}">
      <dgm:prSet/>
      <dgm:spPr/>
      <dgm:t>
        <a:bodyPr/>
        <a:lstStyle/>
        <a:p>
          <a:endParaRPr lang="en-US"/>
        </a:p>
      </dgm:t>
    </dgm:pt>
    <dgm:pt modelId="{E3C2FD6B-BADD-4112-8A1F-D07DDB7FEAB4}" type="sibTrans" cxnId="{2FAFF3C5-0B50-484D-94B8-D040AAA72838}">
      <dgm:prSet/>
      <dgm:spPr/>
      <dgm:t>
        <a:bodyPr/>
        <a:lstStyle/>
        <a:p>
          <a:endParaRPr lang="en-US"/>
        </a:p>
      </dgm:t>
    </dgm:pt>
    <dgm:pt modelId="{34227E92-1033-41FF-BB2A-DDECC1F5D51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IN"/>
            <a:t>🏛 Full compliance with CKYCR and RBI guidelines</a:t>
          </a:r>
          <a:endParaRPr lang="en-US"/>
        </a:p>
      </dgm:t>
    </dgm:pt>
    <dgm:pt modelId="{26407CF9-4293-4A16-A098-C513C4E50CCE}" type="parTrans" cxnId="{B499CA35-AF7A-4A32-A514-3DFF27E76D54}">
      <dgm:prSet/>
      <dgm:spPr/>
      <dgm:t>
        <a:bodyPr/>
        <a:lstStyle/>
        <a:p>
          <a:endParaRPr lang="en-US"/>
        </a:p>
      </dgm:t>
    </dgm:pt>
    <dgm:pt modelId="{F4632B00-7C1A-4AE8-B888-ECC6FCD7E439}" type="sibTrans" cxnId="{B499CA35-AF7A-4A32-A514-3DFF27E76D54}">
      <dgm:prSet/>
      <dgm:spPr/>
      <dgm:t>
        <a:bodyPr/>
        <a:lstStyle/>
        <a:p>
          <a:endParaRPr lang="en-US"/>
        </a:p>
      </dgm:t>
    </dgm:pt>
    <dgm:pt modelId="{1DD2BC42-DD85-4EE5-84DB-0BB1EA7B42EC}" type="pres">
      <dgm:prSet presAssocID="{EAB1CDA7-0CDF-4CAD-B156-CDDEF229001D}" presName="root" presStyleCnt="0">
        <dgm:presLayoutVars>
          <dgm:dir/>
          <dgm:resizeHandles val="exact"/>
        </dgm:presLayoutVars>
      </dgm:prSet>
      <dgm:spPr/>
    </dgm:pt>
    <dgm:pt modelId="{EECD66D0-5C07-4A9B-B04B-5126BFA59762}" type="pres">
      <dgm:prSet presAssocID="{8F14752C-35DD-4B14-893C-076DA59A77BF}" presName="compNode" presStyleCnt="0"/>
      <dgm:spPr/>
    </dgm:pt>
    <dgm:pt modelId="{049A6C81-251D-4C04-BBB2-283033EAD99A}" type="pres">
      <dgm:prSet presAssocID="{8F14752C-35DD-4B14-893C-076DA59A77BF}" presName="iconBgRect" presStyleLbl="bgShp" presStyleIdx="0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58E7C26A-89E5-4753-8A52-A8AC7A8EE8E0}" type="pres">
      <dgm:prSet presAssocID="{8F14752C-35DD-4B14-893C-076DA59A77BF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B90CC1DC-0845-4894-847A-F024A4131037}" type="pres">
      <dgm:prSet presAssocID="{8F14752C-35DD-4B14-893C-076DA59A77BF}" presName="spaceRect" presStyleCnt="0"/>
      <dgm:spPr/>
    </dgm:pt>
    <dgm:pt modelId="{E7F3D691-6D31-4B9E-BAB4-410660C965B0}" type="pres">
      <dgm:prSet presAssocID="{8F14752C-35DD-4B14-893C-076DA59A77BF}" presName="textRect" presStyleLbl="revTx" presStyleIdx="0" presStyleCnt="6">
        <dgm:presLayoutVars>
          <dgm:chMax val="1"/>
          <dgm:chPref val="1"/>
        </dgm:presLayoutVars>
      </dgm:prSet>
      <dgm:spPr/>
    </dgm:pt>
    <dgm:pt modelId="{20D97753-8287-488D-8041-F5A7D89B395C}" type="pres">
      <dgm:prSet presAssocID="{824790BA-D724-45BD-9270-98EB47D042C0}" presName="sibTrans" presStyleCnt="0"/>
      <dgm:spPr/>
    </dgm:pt>
    <dgm:pt modelId="{29E75A49-7976-461C-AF6C-E51CA255FB82}" type="pres">
      <dgm:prSet presAssocID="{5ABD3F3C-E2C9-4179-962E-887CA5E98FE1}" presName="compNode" presStyleCnt="0"/>
      <dgm:spPr/>
    </dgm:pt>
    <dgm:pt modelId="{9A79CE43-A190-4A2F-9401-08D425444405}" type="pres">
      <dgm:prSet presAssocID="{5ABD3F3C-E2C9-4179-962E-887CA5E98FE1}" presName="iconBgRect" presStyleLbl="bgShp" presStyleIdx="1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52821DE6-16E7-4550-8F90-BC50D7D26AE7}" type="pres">
      <dgm:prSet presAssocID="{5ABD3F3C-E2C9-4179-962E-887CA5E98FE1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fe"/>
        </a:ext>
      </dgm:extLst>
    </dgm:pt>
    <dgm:pt modelId="{CD58398E-5E30-4F0E-9515-C77FA1A23FD7}" type="pres">
      <dgm:prSet presAssocID="{5ABD3F3C-E2C9-4179-962E-887CA5E98FE1}" presName="spaceRect" presStyleCnt="0"/>
      <dgm:spPr/>
    </dgm:pt>
    <dgm:pt modelId="{C2D5BF5A-462C-4BC5-9D28-8DC0C1B2A8EB}" type="pres">
      <dgm:prSet presAssocID="{5ABD3F3C-E2C9-4179-962E-887CA5E98FE1}" presName="textRect" presStyleLbl="revTx" presStyleIdx="1" presStyleCnt="6">
        <dgm:presLayoutVars>
          <dgm:chMax val="1"/>
          <dgm:chPref val="1"/>
        </dgm:presLayoutVars>
      </dgm:prSet>
      <dgm:spPr/>
    </dgm:pt>
    <dgm:pt modelId="{A43BB806-D2DE-409D-8276-352C0C888F5D}" type="pres">
      <dgm:prSet presAssocID="{E90CF75A-6F05-4630-BF78-B3CECE291EBE}" presName="sibTrans" presStyleCnt="0"/>
      <dgm:spPr/>
    </dgm:pt>
    <dgm:pt modelId="{414776E3-2157-4B68-B9F5-2E4D5D265799}" type="pres">
      <dgm:prSet presAssocID="{BC1E1A31-79CC-4953-B322-4350835AC616}" presName="compNode" presStyleCnt="0"/>
      <dgm:spPr/>
    </dgm:pt>
    <dgm:pt modelId="{93C5C090-BB66-4EE7-87BB-D5B3847D1C9F}" type="pres">
      <dgm:prSet presAssocID="{BC1E1A31-79CC-4953-B322-4350835AC616}" presName="iconBgRect" presStyleLbl="bgShp" presStyleIdx="2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A9C1C4A7-81F6-4684-94F2-4502CD23CB96}" type="pres">
      <dgm:prSet presAssocID="{BC1E1A31-79CC-4953-B322-4350835AC616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155D7C20-6620-4DB9-9B38-721207B27830}" type="pres">
      <dgm:prSet presAssocID="{BC1E1A31-79CC-4953-B322-4350835AC616}" presName="spaceRect" presStyleCnt="0"/>
      <dgm:spPr/>
    </dgm:pt>
    <dgm:pt modelId="{FF53FC39-2915-41F7-A8B7-0FC9F520D626}" type="pres">
      <dgm:prSet presAssocID="{BC1E1A31-79CC-4953-B322-4350835AC616}" presName="textRect" presStyleLbl="revTx" presStyleIdx="2" presStyleCnt="6">
        <dgm:presLayoutVars>
          <dgm:chMax val="1"/>
          <dgm:chPref val="1"/>
        </dgm:presLayoutVars>
      </dgm:prSet>
      <dgm:spPr/>
    </dgm:pt>
    <dgm:pt modelId="{FE393DC8-A160-4E9E-8799-0C3FE94B8A79}" type="pres">
      <dgm:prSet presAssocID="{C0F01C5C-DB0B-4CC4-B1C2-4FF3AABAB3A4}" presName="sibTrans" presStyleCnt="0"/>
      <dgm:spPr/>
    </dgm:pt>
    <dgm:pt modelId="{DDE7A0D3-FA76-4DDA-A8E4-36F18F8C1B8A}" type="pres">
      <dgm:prSet presAssocID="{99553198-2F09-42B4-8737-9290F62E4815}" presName="compNode" presStyleCnt="0"/>
      <dgm:spPr/>
    </dgm:pt>
    <dgm:pt modelId="{6EF4784B-6A21-4232-95B2-9ED19C508167}" type="pres">
      <dgm:prSet presAssocID="{99553198-2F09-42B4-8737-9290F62E4815}" presName="iconBgRect" presStyleLbl="bgShp" presStyleIdx="3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C63280F4-C3B0-462E-B108-D93BCA9C171C}" type="pres">
      <dgm:prSet presAssocID="{99553198-2F09-42B4-8737-9290F62E4815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ug"/>
        </a:ext>
      </dgm:extLst>
    </dgm:pt>
    <dgm:pt modelId="{8A590942-2221-44A6-9E79-4802EC457861}" type="pres">
      <dgm:prSet presAssocID="{99553198-2F09-42B4-8737-9290F62E4815}" presName="spaceRect" presStyleCnt="0"/>
      <dgm:spPr/>
    </dgm:pt>
    <dgm:pt modelId="{4761FFD1-2A68-456E-BC7E-2E8577FBA297}" type="pres">
      <dgm:prSet presAssocID="{99553198-2F09-42B4-8737-9290F62E4815}" presName="textRect" presStyleLbl="revTx" presStyleIdx="3" presStyleCnt="6">
        <dgm:presLayoutVars>
          <dgm:chMax val="1"/>
          <dgm:chPref val="1"/>
        </dgm:presLayoutVars>
      </dgm:prSet>
      <dgm:spPr/>
    </dgm:pt>
    <dgm:pt modelId="{2823E671-EE5C-4988-8279-EA03C9A41BD3}" type="pres">
      <dgm:prSet presAssocID="{735972CB-446C-4861-BAC8-B1ECB24EDAF4}" presName="sibTrans" presStyleCnt="0"/>
      <dgm:spPr/>
    </dgm:pt>
    <dgm:pt modelId="{0A86E404-9026-4E41-B968-041D7F457B0C}" type="pres">
      <dgm:prSet presAssocID="{6660F763-5A0E-4B98-9417-C48DF909032C}" presName="compNode" presStyleCnt="0"/>
      <dgm:spPr/>
    </dgm:pt>
    <dgm:pt modelId="{4A09ADD6-DB25-4F67-B63A-86E121586ED1}" type="pres">
      <dgm:prSet presAssocID="{6660F763-5A0E-4B98-9417-C48DF909032C}" presName="iconBgRect" presStyleLbl="bgShp" presStyleIdx="4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C764F9B5-0177-418C-A38E-6990B51DAFD2}" type="pres">
      <dgm:prSet presAssocID="{6660F763-5A0E-4B98-9417-C48DF909032C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CB0F6403-53F1-4EA6-865E-60D195B6B164}" type="pres">
      <dgm:prSet presAssocID="{6660F763-5A0E-4B98-9417-C48DF909032C}" presName="spaceRect" presStyleCnt="0"/>
      <dgm:spPr/>
    </dgm:pt>
    <dgm:pt modelId="{FA458641-0A6E-4F11-9318-0713471B2A5B}" type="pres">
      <dgm:prSet presAssocID="{6660F763-5A0E-4B98-9417-C48DF909032C}" presName="textRect" presStyleLbl="revTx" presStyleIdx="4" presStyleCnt="6">
        <dgm:presLayoutVars>
          <dgm:chMax val="1"/>
          <dgm:chPref val="1"/>
        </dgm:presLayoutVars>
      </dgm:prSet>
      <dgm:spPr/>
    </dgm:pt>
    <dgm:pt modelId="{6C4B2F8C-3D61-4FB0-B069-EB144A6A08B0}" type="pres">
      <dgm:prSet presAssocID="{E3C2FD6B-BADD-4112-8A1F-D07DDB7FEAB4}" presName="sibTrans" presStyleCnt="0"/>
      <dgm:spPr/>
    </dgm:pt>
    <dgm:pt modelId="{FA23F0CB-8A83-4D7C-8320-09C29FCA01DB}" type="pres">
      <dgm:prSet presAssocID="{34227E92-1033-41FF-BB2A-DDECC1F5D51B}" presName="compNode" presStyleCnt="0"/>
      <dgm:spPr/>
    </dgm:pt>
    <dgm:pt modelId="{B0B31643-AE5D-4474-868C-17504C69E71B}" type="pres">
      <dgm:prSet presAssocID="{34227E92-1033-41FF-BB2A-DDECC1F5D51B}" presName="iconBgRect" presStyleLbl="bgShp" presStyleIdx="5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48AC5574-5BF3-445A-8170-EA02DA70DD26}" type="pres">
      <dgm:prSet presAssocID="{34227E92-1033-41FF-BB2A-DDECC1F5D51B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9C378768-D44A-43E1-8D2B-F252A9B41299}" type="pres">
      <dgm:prSet presAssocID="{34227E92-1033-41FF-BB2A-DDECC1F5D51B}" presName="spaceRect" presStyleCnt="0"/>
      <dgm:spPr/>
    </dgm:pt>
    <dgm:pt modelId="{6B50EEE3-3844-42FF-9208-A9ECD111EB93}" type="pres">
      <dgm:prSet presAssocID="{34227E92-1033-41FF-BB2A-DDECC1F5D51B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F7AF340E-3F33-4B65-B110-4DF0E0A5F1FF}" type="presOf" srcId="{5ABD3F3C-E2C9-4179-962E-887CA5E98FE1}" destId="{C2D5BF5A-462C-4BC5-9D28-8DC0C1B2A8EB}" srcOrd="0" destOrd="0" presId="urn:microsoft.com/office/officeart/2018/5/layout/IconLeafLabelList"/>
    <dgm:cxn modelId="{617BB617-085C-4594-B020-4461F91B8C5E}" srcId="{EAB1CDA7-0CDF-4CAD-B156-CDDEF229001D}" destId="{8F14752C-35DD-4B14-893C-076DA59A77BF}" srcOrd="0" destOrd="0" parTransId="{A2B12ADC-8DE8-4627-9381-282D81A9BB6E}" sibTransId="{824790BA-D724-45BD-9270-98EB47D042C0}"/>
    <dgm:cxn modelId="{149D3733-404B-4962-8C0B-2938A47FD41F}" type="presOf" srcId="{6660F763-5A0E-4B98-9417-C48DF909032C}" destId="{FA458641-0A6E-4F11-9318-0713471B2A5B}" srcOrd="0" destOrd="0" presId="urn:microsoft.com/office/officeart/2018/5/layout/IconLeafLabelList"/>
    <dgm:cxn modelId="{B499CA35-AF7A-4A32-A514-3DFF27E76D54}" srcId="{EAB1CDA7-0CDF-4CAD-B156-CDDEF229001D}" destId="{34227E92-1033-41FF-BB2A-DDECC1F5D51B}" srcOrd="5" destOrd="0" parTransId="{26407CF9-4293-4A16-A098-C513C4E50CCE}" sibTransId="{F4632B00-7C1A-4AE8-B888-ECC6FCD7E439}"/>
    <dgm:cxn modelId="{1197498C-5768-4D09-8425-79427A9F8D35}" srcId="{EAB1CDA7-0CDF-4CAD-B156-CDDEF229001D}" destId="{99553198-2F09-42B4-8737-9290F62E4815}" srcOrd="3" destOrd="0" parTransId="{4461F04E-0C01-45EE-A9F1-8EACF00B86CD}" sibTransId="{735972CB-446C-4861-BAC8-B1ECB24EDAF4}"/>
    <dgm:cxn modelId="{B3480493-FAF6-4EF3-A8FF-19DC00D10D60}" type="presOf" srcId="{BC1E1A31-79CC-4953-B322-4350835AC616}" destId="{FF53FC39-2915-41F7-A8B7-0FC9F520D626}" srcOrd="0" destOrd="0" presId="urn:microsoft.com/office/officeart/2018/5/layout/IconLeafLabelList"/>
    <dgm:cxn modelId="{489FD893-1F30-402A-90FF-712B5200EBCC}" type="presOf" srcId="{EAB1CDA7-0CDF-4CAD-B156-CDDEF229001D}" destId="{1DD2BC42-DD85-4EE5-84DB-0BB1EA7B42EC}" srcOrd="0" destOrd="0" presId="urn:microsoft.com/office/officeart/2018/5/layout/IconLeafLabelList"/>
    <dgm:cxn modelId="{34E32A9C-AD9E-483D-817F-ABC5058D429D}" type="presOf" srcId="{34227E92-1033-41FF-BB2A-DDECC1F5D51B}" destId="{6B50EEE3-3844-42FF-9208-A9ECD111EB93}" srcOrd="0" destOrd="0" presId="urn:microsoft.com/office/officeart/2018/5/layout/IconLeafLabelList"/>
    <dgm:cxn modelId="{756F3BA0-E119-469E-83C8-E90275643AD1}" srcId="{EAB1CDA7-0CDF-4CAD-B156-CDDEF229001D}" destId="{BC1E1A31-79CC-4953-B322-4350835AC616}" srcOrd="2" destOrd="0" parTransId="{8C249626-8528-4D08-80E3-61E040F30CF2}" sibTransId="{C0F01C5C-DB0B-4CC4-B1C2-4FF3AABAB3A4}"/>
    <dgm:cxn modelId="{EBE952BE-EC52-420B-947D-D5B9BD40E8DF}" type="presOf" srcId="{8F14752C-35DD-4B14-893C-076DA59A77BF}" destId="{E7F3D691-6D31-4B9E-BAB4-410660C965B0}" srcOrd="0" destOrd="0" presId="urn:microsoft.com/office/officeart/2018/5/layout/IconLeafLabelList"/>
    <dgm:cxn modelId="{2FAFF3C5-0B50-484D-94B8-D040AAA72838}" srcId="{EAB1CDA7-0CDF-4CAD-B156-CDDEF229001D}" destId="{6660F763-5A0E-4B98-9417-C48DF909032C}" srcOrd="4" destOrd="0" parTransId="{7FDDDFF5-52D9-44F4-BADD-163CA0F22781}" sibTransId="{E3C2FD6B-BADD-4112-8A1F-D07DDB7FEAB4}"/>
    <dgm:cxn modelId="{AC76A3C8-AA7E-4251-90CF-CEC44674BA6D}" type="presOf" srcId="{99553198-2F09-42B4-8737-9290F62E4815}" destId="{4761FFD1-2A68-456E-BC7E-2E8577FBA297}" srcOrd="0" destOrd="0" presId="urn:microsoft.com/office/officeart/2018/5/layout/IconLeafLabelList"/>
    <dgm:cxn modelId="{68DE2EFC-E7A5-4CE9-ACDA-C87EA679D6F5}" srcId="{EAB1CDA7-0CDF-4CAD-B156-CDDEF229001D}" destId="{5ABD3F3C-E2C9-4179-962E-887CA5E98FE1}" srcOrd="1" destOrd="0" parTransId="{CEFB3762-BC6E-49EF-A360-16D5EF54D12D}" sibTransId="{E90CF75A-6F05-4630-BF78-B3CECE291EBE}"/>
    <dgm:cxn modelId="{69B7F661-A22E-44ED-A2CE-63FF2000D102}" type="presParOf" srcId="{1DD2BC42-DD85-4EE5-84DB-0BB1EA7B42EC}" destId="{EECD66D0-5C07-4A9B-B04B-5126BFA59762}" srcOrd="0" destOrd="0" presId="urn:microsoft.com/office/officeart/2018/5/layout/IconLeafLabelList"/>
    <dgm:cxn modelId="{AD80196B-88FC-410C-83A2-8C95617E66BB}" type="presParOf" srcId="{EECD66D0-5C07-4A9B-B04B-5126BFA59762}" destId="{049A6C81-251D-4C04-BBB2-283033EAD99A}" srcOrd="0" destOrd="0" presId="urn:microsoft.com/office/officeart/2018/5/layout/IconLeafLabelList"/>
    <dgm:cxn modelId="{4F1817BB-4142-46DA-82C1-9F8CEB4074A8}" type="presParOf" srcId="{EECD66D0-5C07-4A9B-B04B-5126BFA59762}" destId="{58E7C26A-89E5-4753-8A52-A8AC7A8EE8E0}" srcOrd="1" destOrd="0" presId="urn:microsoft.com/office/officeart/2018/5/layout/IconLeafLabelList"/>
    <dgm:cxn modelId="{4A586168-1E32-4C12-888A-E96302FCF2AA}" type="presParOf" srcId="{EECD66D0-5C07-4A9B-B04B-5126BFA59762}" destId="{B90CC1DC-0845-4894-847A-F024A4131037}" srcOrd="2" destOrd="0" presId="urn:microsoft.com/office/officeart/2018/5/layout/IconLeafLabelList"/>
    <dgm:cxn modelId="{E2A37221-BA45-406F-B74E-CFA58EEE0462}" type="presParOf" srcId="{EECD66D0-5C07-4A9B-B04B-5126BFA59762}" destId="{E7F3D691-6D31-4B9E-BAB4-410660C965B0}" srcOrd="3" destOrd="0" presId="urn:microsoft.com/office/officeart/2018/5/layout/IconLeafLabelList"/>
    <dgm:cxn modelId="{12AEA84B-ACB1-495F-BCF4-F7B43F564E6E}" type="presParOf" srcId="{1DD2BC42-DD85-4EE5-84DB-0BB1EA7B42EC}" destId="{20D97753-8287-488D-8041-F5A7D89B395C}" srcOrd="1" destOrd="0" presId="urn:microsoft.com/office/officeart/2018/5/layout/IconLeafLabelList"/>
    <dgm:cxn modelId="{215ED300-FB82-41CC-90FE-76BD81CB2228}" type="presParOf" srcId="{1DD2BC42-DD85-4EE5-84DB-0BB1EA7B42EC}" destId="{29E75A49-7976-461C-AF6C-E51CA255FB82}" srcOrd="2" destOrd="0" presId="urn:microsoft.com/office/officeart/2018/5/layout/IconLeafLabelList"/>
    <dgm:cxn modelId="{3335D5E5-5DA9-4C39-9802-3B0C2293AB34}" type="presParOf" srcId="{29E75A49-7976-461C-AF6C-E51CA255FB82}" destId="{9A79CE43-A190-4A2F-9401-08D425444405}" srcOrd="0" destOrd="0" presId="urn:microsoft.com/office/officeart/2018/5/layout/IconLeafLabelList"/>
    <dgm:cxn modelId="{572AB414-70BD-444E-9040-421001BE1811}" type="presParOf" srcId="{29E75A49-7976-461C-AF6C-E51CA255FB82}" destId="{52821DE6-16E7-4550-8F90-BC50D7D26AE7}" srcOrd="1" destOrd="0" presId="urn:microsoft.com/office/officeart/2018/5/layout/IconLeafLabelList"/>
    <dgm:cxn modelId="{F796F83E-D9DC-4924-90CD-45FB07EB5E58}" type="presParOf" srcId="{29E75A49-7976-461C-AF6C-E51CA255FB82}" destId="{CD58398E-5E30-4F0E-9515-C77FA1A23FD7}" srcOrd="2" destOrd="0" presId="urn:microsoft.com/office/officeart/2018/5/layout/IconLeafLabelList"/>
    <dgm:cxn modelId="{A63B1045-7268-44D6-8353-6DD0719E1EB6}" type="presParOf" srcId="{29E75A49-7976-461C-AF6C-E51CA255FB82}" destId="{C2D5BF5A-462C-4BC5-9D28-8DC0C1B2A8EB}" srcOrd="3" destOrd="0" presId="urn:microsoft.com/office/officeart/2018/5/layout/IconLeafLabelList"/>
    <dgm:cxn modelId="{ED4C1218-045E-4DE4-9F72-BC2E78189F9F}" type="presParOf" srcId="{1DD2BC42-DD85-4EE5-84DB-0BB1EA7B42EC}" destId="{A43BB806-D2DE-409D-8276-352C0C888F5D}" srcOrd="3" destOrd="0" presId="urn:microsoft.com/office/officeart/2018/5/layout/IconLeafLabelList"/>
    <dgm:cxn modelId="{A1CD4707-5D89-479D-835F-5FA18906E936}" type="presParOf" srcId="{1DD2BC42-DD85-4EE5-84DB-0BB1EA7B42EC}" destId="{414776E3-2157-4B68-B9F5-2E4D5D265799}" srcOrd="4" destOrd="0" presId="urn:microsoft.com/office/officeart/2018/5/layout/IconLeafLabelList"/>
    <dgm:cxn modelId="{C2EA0A00-E185-4B15-A3E1-54E23EECC086}" type="presParOf" srcId="{414776E3-2157-4B68-B9F5-2E4D5D265799}" destId="{93C5C090-BB66-4EE7-87BB-D5B3847D1C9F}" srcOrd="0" destOrd="0" presId="urn:microsoft.com/office/officeart/2018/5/layout/IconLeafLabelList"/>
    <dgm:cxn modelId="{1D3AC7CA-23AF-45B1-B047-EB374D312F1F}" type="presParOf" srcId="{414776E3-2157-4B68-B9F5-2E4D5D265799}" destId="{A9C1C4A7-81F6-4684-94F2-4502CD23CB96}" srcOrd="1" destOrd="0" presId="urn:microsoft.com/office/officeart/2018/5/layout/IconLeafLabelList"/>
    <dgm:cxn modelId="{EF0386B2-5E9A-4897-BF20-DF7F2F3FFCAA}" type="presParOf" srcId="{414776E3-2157-4B68-B9F5-2E4D5D265799}" destId="{155D7C20-6620-4DB9-9B38-721207B27830}" srcOrd="2" destOrd="0" presId="urn:microsoft.com/office/officeart/2018/5/layout/IconLeafLabelList"/>
    <dgm:cxn modelId="{95D602CE-1C85-4F6F-9C40-A33DCDC77365}" type="presParOf" srcId="{414776E3-2157-4B68-B9F5-2E4D5D265799}" destId="{FF53FC39-2915-41F7-A8B7-0FC9F520D626}" srcOrd="3" destOrd="0" presId="urn:microsoft.com/office/officeart/2018/5/layout/IconLeafLabelList"/>
    <dgm:cxn modelId="{F031120E-9901-4F63-9756-4C5ACFB91536}" type="presParOf" srcId="{1DD2BC42-DD85-4EE5-84DB-0BB1EA7B42EC}" destId="{FE393DC8-A160-4E9E-8799-0C3FE94B8A79}" srcOrd="5" destOrd="0" presId="urn:microsoft.com/office/officeart/2018/5/layout/IconLeafLabelList"/>
    <dgm:cxn modelId="{658C7F2F-04BC-4016-8BCD-B000D6D9D52D}" type="presParOf" srcId="{1DD2BC42-DD85-4EE5-84DB-0BB1EA7B42EC}" destId="{DDE7A0D3-FA76-4DDA-A8E4-36F18F8C1B8A}" srcOrd="6" destOrd="0" presId="urn:microsoft.com/office/officeart/2018/5/layout/IconLeafLabelList"/>
    <dgm:cxn modelId="{62450661-8C10-4A3B-BF85-C3B7645E3960}" type="presParOf" srcId="{DDE7A0D3-FA76-4DDA-A8E4-36F18F8C1B8A}" destId="{6EF4784B-6A21-4232-95B2-9ED19C508167}" srcOrd="0" destOrd="0" presId="urn:microsoft.com/office/officeart/2018/5/layout/IconLeafLabelList"/>
    <dgm:cxn modelId="{620C8062-B188-4461-A19D-33B511F1672C}" type="presParOf" srcId="{DDE7A0D3-FA76-4DDA-A8E4-36F18F8C1B8A}" destId="{C63280F4-C3B0-462E-B108-D93BCA9C171C}" srcOrd="1" destOrd="0" presId="urn:microsoft.com/office/officeart/2018/5/layout/IconLeafLabelList"/>
    <dgm:cxn modelId="{E1AA826B-3D4F-406F-A0A8-375DEEDAF710}" type="presParOf" srcId="{DDE7A0D3-FA76-4DDA-A8E4-36F18F8C1B8A}" destId="{8A590942-2221-44A6-9E79-4802EC457861}" srcOrd="2" destOrd="0" presId="urn:microsoft.com/office/officeart/2018/5/layout/IconLeafLabelList"/>
    <dgm:cxn modelId="{167E2813-0452-4F96-8FA6-06D0FB173D96}" type="presParOf" srcId="{DDE7A0D3-FA76-4DDA-A8E4-36F18F8C1B8A}" destId="{4761FFD1-2A68-456E-BC7E-2E8577FBA297}" srcOrd="3" destOrd="0" presId="urn:microsoft.com/office/officeart/2018/5/layout/IconLeafLabelList"/>
    <dgm:cxn modelId="{C9F96FFA-C563-445F-A752-570A12CD5EB2}" type="presParOf" srcId="{1DD2BC42-DD85-4EE5-84DB-0BB1EA7B42EC}" destId="{2823E671-EE5C-4988-8279-EA03C9A41BD3}" srcOrd="7" destOrd="0" presId="urn:microsoft.com/office/officeart/2018/5/layout/IconLeafLabelList"/>
    <dgm:cxn modelId="{54A0AA19-20C1-4D36-AEE3-C4181F5BF4A3}" type="presParOf" srcId="{1DD2BC42-DD85-4EE5-84DB-0BB1EA7B42EC}" destId="{0A86E404-9026-4E41-B968-041D7F457B0C}" srcOrd="8" destOrd="0" presId="urn:microsoft.com/office/officeart/2018/5/layout/IconLeafLabelList"/>
    <dgm:cxn modelId="{B664DA1D-A9C7-4320-8A79-67AA054AAF5E}" type="presParOf" srcId="{0A86E404-9026-4E41-B968-041D7F457B0C}" destId="{4A09ADD6-DB25-4F67-B63A-86E121586ED1}" srcOrd="0" destOrd="0" presId="urn:microsoft.com/office/officeart/2018/5/layout/IconLeafLabelList"/>
    <dgm:cxn modelId="{7EF75A6F-757C-4B24-820E-445214359A7A}" type="presParOf" srcId="{0A86E404-9026-4E41-B968-041D7F457B0C}" destId="{C764F9B5-0177-418C-A38E-6990B51DAFD2}" srcOrd="1" destOrd="0" presId="urn:microsoft.com/office/officeart/2018/5/layout/IconLeafLabelList"/>
    <dgm:cxn modelId="{2D87E976-A0F0-48EF-87A0-69FEFB859DCC}" type="presParOf" srcId="{0A86E404-9026-4E41-B968-041D7F457B0C}" destId="{CB0F6403-53F1-4EA6-865E-60D195B6B164}" srcOrd="2" destOrd="0" presId="urn:microsoft.com/office/officeart/2018/5/layout/IconLeafLabelList"/>
    <dgm:cxn modelId="{CD198B65-21BD-4DF0-8120-45E9D777FAD1}" type="presParOf" srcId="{0A86E404-9026-4E41-B968-041D7F457B0C}" destId="{FA458641-0A6E-4F11-9318-0713471B2A5B}" srcOrd="3" destOrd="0" presId="urn:microsoft.com/office/officeart/2018/5/layout/IconLeafLabelList"/>
    <dgm:cxn modelId="{1D1B096F-125A-4592-B6CE-4B4D4AE058B7}" type="presParOf" srcId="{1DD2BC42-DD85-4EE5-84DB-0BB1EA7B42EC}" destId="{6C4B2F8C-3D61-4FB0-B069-EB144A6A08B0}" srcOrd="9" destOrd="0" presId="urn:microsoft.com/office/officeart/2018/5/layout/IconLeafLabelList"/>
    <dgm:cxn modelId="{94EA31D8-96CC-4B4F-92DE-6FA178E329AF}" type="presParOf" srcId="{1DD2BC42-DD85-4EE5-84DB-0BB1EA7B42EC}" destId="{FA23F0CB-8A83-4D7C-8320-09C29FCA01DB}" srcOrd="10" destOrd="0" presId="urn:microsoft.com/office/officeart/2018/5/layout/IconLeafLabelList"/>
    <dgm:cxn modelId="{DAAB09EF-DCA3-4565-A701-7E2B0E11F990}" type="presParOf" srcId="{FA23F0CB-8A83-4D7C-8320-09C29FCA01DB}" destId="{B0B31643-AE5D-4474-868C-17504C69E71B}" srcOrd="0" destOrd="0" presId="urn:microsoft.com/office/officeart/2018/5/layout/IconLeafLabelList"/>
    <dgm:cxn modelId="{E1467A30-26F7-4105-B9D8-055203E76AA2}" type="presParOf" srcId="{FA23F0CB-8A83-4D7C-8320-09C29FCA01DB}" destId="{48AC5574-5BF3-445A-8170-EA02DA70DD26}" srcOrd="1" destOrd="0" presId="urn:microsoft.com/office/officeart/2018/5/layout/IconLeafLabelList"/>
    <dgm:cxn modelId="{1B648654-72CF-42E0-94AF-CC29FC9B987B}" type="presParOf" srcId="{FA23F0CB-8A83-4D7C-8320-09C29FCA01DB}" destId="{9C378768-D44A-43E1-8D2B-F252A9B41299}" srcOrd="2" destOrd="0" presId="urn:microsoft.com/office/officeart/2018/5/layout/IconLeafLabelList"/>
    <dgm:cxn modelId="{5F017B4F-F7D5-45AF-9AD1-C6B7BAAAE906}" type="presParOf" srcId="{FA23F0CB-8A83-4D7C-8320-09C29FCA01DB}" destId="{6B50EEE3-3844-42FF-9208-A9ECD111EB93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B6164A5-F088-42F7-94DE-EB5648DB2EA4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A90B2A2-02EA-4535-ABB1-1B502D653398}">
      <dgm:prSet/>
      <dgm:spPr/>
      <dgm:t>
        <a:bodyPr/>
        <a:lstStyle/>
        <a:p>
          <a:r>
            <a:rPr lang="en-IN" b="1"/>
            <a:t>Slide 11 — Compliance &amp; Integration</a:t>
          </a:r>
          <a:endParaRPr lang="en-US"/>
        </a:p>
      </dgm:t>
    </dgm:pt>
    <dgm:pt modelId="{9691C70B-856A-4F91-A2E7-B8431F3498F9}" type="parTrans" cxnId="{02ED3361-D7A2-4136-AB10-DA583843DDFB}">
      <dgm:prSet/>
      <dgm:spPr/>
      <dgm:t>
        <a:bodyPr/>
        <a:lstStyle/>
        <a:p>
          <a:endParaRPr lang="en-US"/>
        </a:p>
      </dgm:t>
    </dgm:pt>
    <dgm:pt modelId="{D2056AE6-8EE4-4CBD-8210-5DF601553B8E}" type="sibTrans" cxnId="{02ED3361-D7A2-4136-AB10-DA583843DDFB}">
      <dgm:prSet/>
      <dgm:spPr/>
      <dgm:t>
        <a:bodyPr/>
        <a:lstStyle/>
        <a:p>
          <a:endParaRPr lang="en-US"/>
        </a:p>
      </dgm:t>
    </dgm:pt>
    <dgm:pt modelId="{5E29FD8C-7902-43B5-9466-1055A3143DB6}">
      <dgm:prSet/>
      <dgm:spPr/>
      <dgm:t>
        <a:bodyPr/>
        <a:lstStyle/>
        <a:p>
          <a:r>
            <a:rPr lang="en-IN" dirty="0"/>
            <a:t>The system aligns with existing and upcoming Indian digital identity standards:</a:t>
          </a:r>
          <a:endParaRPr lang="en-US" dirty="0"/>
        </a:p>
      </dgm:t>
    </dgm:pt>
    <dgm:pt modelId="{1A5B6417-AE5E-4954-9235-B6B586C24CB4}" type="parTrans" cxnId="{574E399B-711B-4C4E-B4D3-C62DC5A2A0D7}">
      <dgm:prSet/>
      <dgm:spPr/>
      <dgm:t>
        <a:bodyPr/>
        <a:lstStyle/>
        <a:p>
          <a:endParaRPr lang="en-US"/>
        </a:p>
      </dgm:t>
    </dgm:pt>
    <dgm:pt modelId="{74FF9ADA-D7C4-47D7-888E-7E6F73298D72}" type="sibTrans" cxnId="{574E399B-711B-4C4E-B4D3-C62DC5A2A0D7}">
      <dgm:prSet/>
      <dgm:spPr/>
      <dgm:t>
        <a:bodyPr/>
        <a:lstStyle/>
        <a:p>
          <a:endParaRPr lang="en-US"/>
        </a:p>
      </dgm:t>
    </dgm:pt>
    <dgm:pt modelId="{6145EC14-47C1-41E4-98E4-08232E6B2CD5}">
      <dgm:prSet/>
      <dgm:spPr/>
      <dgm:t>
        <a:bodyPr/>
        <a:lstStyle/>
        <a:p>
          <a:r>
            <a:rPr lang="en-IN"/>
            <a:t>Aadhaar Offline Verification</a:t>
          </a:r>
          <a:endParaRPr lang="en-US"/>
        </a:p>
      </dgm:t>
    </dgm:pt>
    <dgm:pt modelId="{330B4FA1-6750-48B0-8ECF-888C664B671C}" type="parTrans" cxnId="{E56A2223-8DFA-485E-84CF-6F1F59BE5597}">
      <dgm:prSet/>
      <dgm:spPr/>
      <dgm:t>
        <a:bodyPr/>
        <a:lstStyle/>
        <a:p>
          <a:endParaRPr lang="en-US"/>
        </a:p>
      </dgm:t>
    </dgm:pt>
    <dgm:pt modelId="{000D2DB7-10DA-4127-8EA5-61BF2FEF1B80}" type="sibTrans" cxnId="{E56A2223-8DFA-485E-84CF-6F1F59BE5597}">
      <dgm:prSet/>
      <dgm:spPr/>
      <dgm:t>
        <a:bodyPr/>
        <a:lstStyle/>
        <a:p>
          <a:endParaRPr lang="en-US"/>
        </a:p>
      </dgm:t>
    </dgm:pt>
    <dgm:pt modelId="{B281A978-1208-4D43-ABBC-F1292C6B8CB3}">
      <dgm:prSet/>
      <dgm:spPr/>
      <dgm:t>
        <a:bodyPr/>
        <a:lstStyle/>
        <a:p>
          <a:r>
            <a:rPr lang="en-IN"/>
            <a:t>DigiLocker API integration</a:t>
          </a:r>
          <a:endParaRPr lang="en-US"/>
        </a:p>
      </dgm:t>
    </dgm:pt>
    <dgm:pt modelId="{B496E80C-D820-4A3B-8DC9-9A1E618C6200}" type="parTrans" cxnId="{0CE28B88-5DD2-4BA1-A47A-58FF63D3D9D2}">
      <dgm:prSet/>
      <dgm:spPr/>
      <dgm:t>
        <a:bodyPr/>
        <a:lstStyle/>
        <a:p>
          <a:endParaRPr lang="en-US"/>
        </a:p>
      </dgm:t>
    </dgm:pt>
    <dgm:pt modelId="{B509C43A-38E6-4C6E-9A7C-C9EF50669722}" type="sibTrans" cxnId="{0CE28B88-5DD2-4BA1-A47A-58FF63D3D9D2}">
      <dgm:prSet/>
      <dgm:spPr/>
      <dgm:t>
        <a:bodyPr/>
        <a:lstStyle/>
        <a:p>
          <a:endParaRPr lang="en-US"/>
        </a:p>
      </dgm:t>
    </dgm:pt>
    <dgm:pt modelId="{33BAB3B3-3A19-41E4-B7A6-0C7B5E51834F}">
      <dgm:prSet/>
      <dgm:spPr/>
      <dgm:t>
        <a:bodyPr/>
        <a:lstStyle/>
        <a:p>
          <a:r>
            <a:rPr lang="en-IN" dirty="0"/>
            <a:t>CKYCR dataset compliance</a:t>
          </a:r>
          <a:endParaRPr lang="en-US" dirty="0"/>
        </a:p>
      </dgm:t>
    </dgm:pt>
    <dgm:pt modelId="{B288D9CD-6B38-469B-81BE-AF41FABCA839}" type="parTrans" cxnId="{43709FC1-3382-4CA5-9BEC-8DCAAFC50380}">
      <dgm:prSet/>
      <dgm:spPr/>
      <dgm:t>
        <a:bodyPr/>
        <a:lstStyle/>
        <a:p>
          <a:endParaRPr lang="en-US"/>
        </a:p>
      </dgm:t>
    </dgm:pt>
    <dgm:pt modelId="{6DAD7410-224B-4808-9E23-E8BE03F765CA}" type="sibTrans" cxnId="{43709FC1-3382-4CA5-9BEC-8DCAAFC50380}">
      <dgm:prSet/>
      <dgm:spPr/>
      <dgm:t>
        <a:bodyPr/>
        <a:lstStyle/>
        <a:p>
          <a:endParaRPr lang="en-US"/>
        </a:p>
      </dgm:t>
    </dgm:pt>
    <dgm:pt modelId="{3E7021BF-82FA-4681-A2C7-C3D9F1E63EFC}">
      <dgm:prSet/>
      <dgm:spPr/>
      <dgm:t>
        <a:bodyPr/>
        <a:lstStyle/>
        <a:p>
          <a:r>
            <a:rPr lang="en-IN" dirty="0"/>
            <a:t>India Data Protection Act &amp; RBI Digital Identity Framework</a:t>
          </a:r>
          <a:endParaRPr lang="en-US" dirty="0"/>
        </a:p>
      </dgm:t>
    </dgm:pt>
    <dgm:pt modelId="{1127FE3A-92EE-4F5B-8FF6-0E202C5FD79D}" type="parTrans" cxnId="{11A5178C-703B-4E78-8736-2178F907E33D}">
      <dgm:prSet/>
      <dgm:spPr/>
      <dgm:t>
        <a:bodyPr/>
        <a:lstStyle/>
        <a:p>
          <a:endParaRPr lang="en-US"/>
        </a:p>
      </dgm:t>
    </dgm:pt>
    <dgm:pt modelId="{668DA8A3-99A4-4D91-B5DC-F8AB2799EAAD}" type="sibTrans" cxnId="{11A5178C-703B-4E78-8736-2178F907E33D}">
      <dgm:prSet/>
      <dgm:spPr/>
      <dgm:t>
        <a:bodyPr/>
        <a:lstStyle/>
        <a:p>
          <a:endParaRPr lang="en-US"/>
        </a:p>
      </dgm:t>
    </dgm:pt>
    <dgm:pt modelId="{0733E98B-9D22-4FC8-8D6A-B14444251C8B}" type="pres">
      <dgm:prSet presAssocID="{4B6164A5-F088-42F7-94DE-EB5648DB2EA4}" presName="diagram" presStyleCnt="0">
        <dgm:presLayoutVars>
          <dgm:dir/>
          <dgm:resizeHandles val="exact"/>
        </dgm:presLayoutVars>
      </dgm:prSet>
      <dgm:spPr/>
    </dgm:pt>
    <dgm:pt modelId="{F6F65C3D-5A0F-43B9-9400-E45772D9CCE8}" type="pres">
      <dgm:prSet presAssocID="{4A90B2A2-02EA-4535-ABB1-1B502D653398}" presName="node" presStyleLbl="node1" presStyleIdx="0" presStyleCnt="6">
        <dgm:presLayoutVars>
          <dgm:bulletEnabled val="1"/>
        </dgm:presLayoutVars>
      </dgm:prSet>
      <dgm:spPr/>
    </dgm:pt>
    <dgm:pt modelId="{BF935B86-EC0C-4F6B-8D85-2398469488B3}" type="pres">
      <dgm:prSet presAssocID="{D2056AE6-8EE4-4CBD-8210-5DF601553B8E}" presName="sibTrans" presStyleCnt="0"/>
      <dgm:spPr/>
    </dgm:pt>
    <dgm:pt modelId="{5DAACD2E-1338-4313-86F5-C91FB8030A0C}" type="pres">
      <dgm:prSet presAssocID="{5E29FD8C-7902-43B5-9466-1055A3143DB6}" presName="node" presStyleLbl="node1" presStyleIdx="1" presStyleCnt="6">
        <dgm:presLayoutVars>
          <dgm:bulletEnabled val="1"/>
        </dgm:presLayoutVars>
      </dgm:prSet>
      <dgm:spPr/>
    </dgm:pt>
    <dgm:pt modelId="{D3702BFC-F6BA-4B52-87FA-434AC5AE13D7}" type="pres">
      <dgm:prSet presAssocID="{74FF9ADA-D7C4-47D7-888E-7E6F73298D72}" presName="sibTrans" presStyleCnt="0"/>
      <dgm:spPr/>
    </dgm:pt>
    <dgm:pt modelId="{DBEE087E-FE82-4A1D-89B3-9CDDBAB8C51F}" type="pres">
      <dgm:prSet presAssocID="{6145EC14-47C1-41E4-98E4-08232E6B2CD5}" presName="node" presStyleLbl="node1" presStyleIdx="2" presStyleCnt="6">
        <dgm:presLayoutVars>
          <dgm:bulletEnabled val="1"/>
        </dgm:presLayoutVars>
      </dgm:prSet>
      <dgm:spPr/>
    </dgm:pt>
    <dgm:pt modelId="{44671D83-7C6E-4580-A9FB-155721262673}" type="pres">
      <dgm:prSet presAssocID="{000D2DB7-10DA-4127-8EA5-61BF2FEF1B80}" presName="sibTrans" presStyleCnt="0"/>
      <dgm:spPr/>
    </dgm:pt>
    <dgm:pt modelId="{045F0F9D-3430-4EF1-A95C-E11E65602412}" type="pres">
      <dgm:prSet presAssocID="{B281A978-1208-4D43-ABBC-F1292C6B8CB3}" presName="node" presStyleLbl="node1" presStyleIdx="3" presStyleCnt="6">
        <dgm:presLayoutVars>
          <dgm:bulletEnabled val="1"/>
        </dgm:presLayoutVars>
      </dgm:prSet>
      <dgm:spPr/>
    </dgm:pt>
    <dgm:pt modelId="{D82ABED2-EA46-4DD1-B5A7-57D67B74459F}" type="pres">
      <dgm:prSet presAssocID="{B509C43A-38E6-4C6E-9A7C-C9EF50669722}" presName="sibTrans" presStyleCnt="0"/>
      <dgm:spPr/>
    </dgm:pt>
    <dgm:pt modelId="{B311E888-FAA7-401E-B6D7-0DF163BEB7BF}" type="pres">
      <dgm:prSet presAssocID="{33BAB3B3-3A19-41E4-B7A6-0C7B5E51834F}" presName="node" presStyleLbl="node1" presStyleIdx="4" presStyleCnt="6">
        <dgm:presLayoutVars>
          <dgm:bulletEnabled val="1"/>
        </dgm:presLayoutVars>
      </dgm:prSet>
      <dgm:spPr/>
    </dgm:pt>
    <dgm:pt modelId="{414A573F-0E07-4366-8B07-FE5F25E72ACD}" type="pres">
      <dgm:prSet presAssocID="{6DAD7410-224B-4808-9E23-E8BE03F765CA}" presName="sibTrans" presStyleCnt="0"/>
      <dgm:spPr/>
    </dgm:pt>
    <dgm:pt modelId="{9DE4A3B4-0504-4764-935B-B9A2C9E13213}" type="pres">
      <dgm:prSet presAssocID="{3E7021BF-82FA-4681-A2C7-C3D9F1E63EFC}" presName="node" presStyleLbl="node1" presStyleIdx="5" presStyleCnt="6">
        <dgm:presLayoutVars>
          <dgm:bulletEnabled val="1"/>
        </dgm:presLayoutVars>
      </dgm:prSet>
      <dgm:spPr/>
    </dgm:pt>
  </dgm:ptLst>
  <dgm:cxnLst>
    <dgm:cxn modelId="{C0EF051F-B8C4-4454-95E4-75A33F23B611}" type="presOf" srcId="{33BAB3B3-3A19-41E4-B7A6-0C7B5E51834F}" destId="{B311E888-FAA7-401E-B6D7-0DF163BEB7BF}" srcOrd="0" destOrd="0" presId="urn:microsoft.com/office/officeart/2005/8/layout/default"/>
    <dgm:cxn modelId="{E56A2223-8DFA-485E-84CF-6F1F59BE5597}" srcId="{4B6164A5-F088-42F7-94DE-EB5648DB2EA4}" destId="{6145EC14-47C1-41E4-98E4-08232E6B2CD5}" srcOrd="2" destOrd="0" parTransId="{330B4FA1-6750-48B0-8ECF-888C664B671C}" sibTransId="{000D2DB7-10DA-4127-8EA5-61BF2FEF1B80}"/>
    <dgm:cxn modelId="{02ED3361-D7A2-4136-AB10-DA583843DDFB}" srcId="{4B6164A5-F088-42F7-94DE-EB5648DB2EA4}" destId="{4A90B2A2-02EA-4535-ABB1-1B502D653398}" srcOrd="0" destOrd="0" parTransId="{9691C70B-856A-4F91-A2E7-B8431F3498F9}" sibTransId="{D2056AE6-8EE4-4CBD-8210-5DF601553B8E}"/>
    <dgm:cxn modelId="{0CE28B88-5DD2-4BA1-A47A-58FF63D3D9D2}" srcId="{4B6164A5-F088-42F7-94DE-EB5648DB2EA4}" destId="{B281A978-1208-4D43-ABBC-F1292C6B8CB3}" srcOrd="3" destOrd="0" parTransId="{B496E80C-D820-4A3B-8DC9-9A1E618C6200}" sibTransId="{B509C43A-38E6-4C6E-9A7C-C9EF50669722}"/>
    <dgm:cxn modelId="{11A5178C-703B-4E78-8736-2178F907E33D}" srcId="{4B6164A5-F088-42F7-94DE-EB5648DB2EA4}" destId="{3E7021BF-82FA-4681-A2C7-C3D9F1E63EFC}" srcOrd="5" destOrd="0" parTransId="{1127FE3A-92EE-4F5B-8FF6-0E202C5FD79D}" sibTransId="{668DA8A3-99A4-4D91-B5DC-F8AB2799EAAD}"/>
    <dgm:cxn modelId="{2D7DC18E-5B92-4BB8-AA48-F941DD0C2087}" type="presOf" srcId="{4B6164A5-F088-42F7-94DE-EB5648DB2EA4}" destId="{0733E98B-9D22-4FC8-8D6A-B14444251C8B}" srcOrd="0" destOrd="0" presId="urn:microsoft.com/office/officeart/2005/8/layout/default"/>
    <dgm:cxn modelId="{44061696-3B24-4128-A252-D1718E3CC029}" type="presOf" srcId="{5E29FD8C-7902-43B5-9466-1055A3143DB6}" destId="{5DAACD2E-1338-4313-86F5-C91FB8030A0C}" srcOrd="0" destOrd="0" presId="urn:microsoft.com/office/officeart/2005/8/layout/default"/>
    <dgm:cxn modelId="{574E399B-711B-4C4E-B4D3-C62DC5A2A0D7}" srcId="{4B6164A5-F088-42F7-94DE-EB5648DB2EA4}" destId="{5E29FD8C-7902-43B5-9466-1055A3143DB6}" srcOrd="1" destOrd="0" parTransId="{1A5B6417-AE5E-4954-9235-B6B586C24CB4}" sibTransId="{74FF9ADA-D7C4-47D7-888E-7E6F73298D72}"/>
    <dgm:cxn modelId="{E316079F-9737-48B5-9926-9BAA25FBEBD5}" type="presOf" srcId="{6145EC14-47C1-41E4-98E4-08232E6B2CD5}" destId="{DBEE087E-FE82-4A1D-89B3-9CDDBAB8C51F}" srcOrd="0" destOrd="0" presId="urn:microsoft.com/office/officeart/2005/8/layout/default"/>
    <dgm:cxn modelId="{B34F6CA8-CA64-4F86-99D3-D61FA6397625}" type="presOf" srcId="{B281A978-1208-4D43-ABBC-F1292C6B8CB3}" destId="{045F0F9D-3430-4EF1-A95C-E11E65602412}" srcOrd="0" destOrd="0" presId="urn:microsoft.com/office/officeart/2005/8/layout/default"/>
    <dgm:cxn modelId="{F5117AB8-394D-42C7-BEBD-D4CBFE5A5B07}" type="presOf" srcId="{3E7021BF-82FA-4681-A2C7-C3D9F1E63EFC}" destId="{9DE4A3B4-0504-4764-935B-B9A2C9E13213}" srcOrd="0" destOrd="0" presId="urn:microsoft.com/office/officeart/2005/8/layout/default"/>
    <dgm:cxn modelId="{43709FC1-3382-4CA5-9BEC-8DCAAFC50380}" srcId="{4B6164A5-F088-42F7-94DE-EB5648DB2EA4}" destId="{33BAB3B3-3A19-41E4-B7A6-0C7B5E51834F}" srcOrd="4" destOrd="0" parTransId="{B288D9CD-6B38-469B-81BE-AF41FABCA839}" sibTransId="{6DAD7410-224B-4808-9E23-E8BE03F765CA}"/>
    <dgm:cxn modelId="{3A1B85CA-6A80-4C07-85C1-183DD7B4686E}" type="presOf" srcId="{4A90B2A2-02EA-4535-ABB1-1B502D653398}" destId="{F6F65C3D-5A0F-43B9-9400-E45772D9CCE8}" srcOrd="0" destOrd="0" presId="urn:microsoft.com/office/officeart/2005/8/layout/default"/>
    <dgm:cxn modelId="{E544EA12-F5B9-4ED0-8E95-A3BB5BD63A4E}" type="presParOf" srcId="{0733E98B-9D22-4FC8-8D6A-B14444251C8B}" destId="{F6F65C3D-5A0F-43B9-9400-E45772D9CCE8}" srcOrd="0" destOrd="0" presId="urn:microsoft.com/office/officeart/2005/8/layout/default"/>
    <dgm:cxn modelId="{C5328235-B32D-4BFC-8576-719D31130AE6}" type="presParOf" srcId="{0733E98B-9D22-4FC8-8D6A-B14444251C8B}" destId="{BF935B86-EC0C-4F6B-8D85-2398469488B3}" srcOrd="1" destOrd="0" presId="urn:microsoft.com/office/officeart/2005/8/layout/default"/>
    <dgm:cxn modelId="{2C5AE024-08C8-4572-B421-BF9EE82007B7}" type="presParOf" srcId="{0733E98B-9D22-4FC8-8D6A-B14444251C8B}" destId="{5DAACD2E-1338-4313-86F5-C91FB8030A0C}" srcOrd="2" destOrd="0" presId="urn:microsoft.com/office/officeart/2005/8/layout/default"/>
    <dgm:cxn modelId="{56CCDE1E-B223-4B90-BC30-1EF40A181754}" type="presParOf" srcId="{0733E98B-9D22-4FC8-8D6A-B14444251C8B}" destId="{D3702BFC-F6BA-4B52-87FA-434AC5AE13D7}" srcOrd="3" destOrd="0" presId="urn:microsoft.com/office/officeart/2005/8/layout/default"/>
    <dgm:cxn modelId="{0B06DBF1-97C0-4140-9E81-489B3DAFCE3B}" type="presParOf" srcId="{0733E98B-9D22-4FC8-8D6A-B14444251C8B}" destId="{DBEE087E-FE82-4A1D-89B3-9CDDBAB8C51F}" srcOrd="4" destOrd="0" presId="urn:microsoft.com/office/officeart/2005/8/layout/default"/>
    <dgm:cxn modelId="{24F7FF5D-E073-4D4E-BF31-7B2460E739F2}" type="presParOf" srcId="{0733E98B-9D22-4FC8-8D6A-B14444251C8B}" destId="{44671D83-7C6E-4580-A9FB-155721262673}" srcOrd="5" destOrd="0" presId="urn:microsoft.com/office/officeart/2005/8/layout/default"/>
    <dgm:cxn modelId="{D972BE78-8D0A-4988-B5BA-7C81DA356B86}" type="presParOf" srcId="{0733E98B-9D22-4FC8-8D6A-B14444251C8B}" destId="{045F0F9D-3430-4EF1-A95C-E11E65602412}" srcOrd="6" destOrd="0" presId="urn:microsoft.com/office/officeart/2005/8/layout/default"/>
    <dgm:cxn modelId="{6A59C318-FDBB-48FE-B2B7-37B6FF51C700}" type="presParOf" srcId="{0733E98B-9D22-4FC8-8D6A-B14444251C8B}" destId="{D82ABED2-EA46-4DD1-B5A7-57D67B74459F}" srcOrd="7" destOrd="0" presId="urn:microsoft.com/office/officeart/2005/8/layout/default"/>
    <dgm:cxn modelId="{F27272F4-E81F-475C-874D-43CF9FC3A38A}" type="presParOf" srcId="{0733E98B-9D22-4FC8-8D6A-B14444251C8B}" destId="{B311E888-FAA7-401E-B6D7-0DF163BEB7BF}" srcOrd="8" destOrd="0" presId="urn:microsoft.com/office/officeart/2005/8/layout/default"/>
    <dgm:cxn modelId="{A8D53528-3FB4-4340-ABB1-BC58CC93F7B4}" type="presParOf" srcId="{0733E98B-9D22-4FC8-8D6A-B14444251C8B}" destId="{414A573F-0E07-4366-8B07-FE5F25E72ACD}" srcOrd="9" destOrd="0" presId="urn:microsoft.com/office/officeart/2005/8/layout/default"/>
    <dgm:cxn modelId="{7556A9EC-0FE9-4893-B241-A706CB4ECA03}" type="presParOf" srcId="{0733E98B-9D22-4FC8-8D6A-B14444251C8B}" destId="{9DE4A3B4-0504-4764-935B-B9A2C9E13213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837C04F-33C4-4068-85D5-9404ACC5619E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6E56F26-105F-4F4C-A4AB-7E5547869836}">
      <dgm:prSet/>
      <dgm:spPr/>
      <dgm:t>
        <a:bodyPr/>
        <a:lstStyle/>
        <a:p>
          <a:r>
            <a:rPr lang="en-US" b="1"/>
            <a:t>Slide 12 — Business Impact &amp; Scalability</a:t>
          </a:r>
          <a:endParaRPr lang="en-US"/>
        </a:p>
      </dgm:t>
    </dgm:pt>
    <dgm:pt modelId="{01CF6857-BA8B-47B2-BD4B-593196271757}" type="parTrans" cxnId="{A48BD7F0-9047-4E43-9D57-2AE94845DC3D}">
      <dgm:prSet/>
      <dgm:spPr/>
      <dgm:t>
        <a:bodyPr/>
        <a:lstStyle/>
        <a:p>
          <a:endParaRPr lang="en-US"/>
        </a:p>
      </dgm:t>
    </dgm:pt>
    <dgm:pt modelId="{4857B93E-83B0-4E6E-9789-F62C49DC03FD}" type="sibTrans" cxnId="{A48BD7F0-9047-4E43-9D57-2AE94845DC3D}">
      <dgm:prSet/>
      <dgm:spPr/>
      <dgm:t>
        <a:bodyPr/>
        <a:lstStyle/>
        <a:p>
          <a:endParaRPr lang="en-US"/>
        </a:p>
      </dgm:t>
    </dgm:pt>
    <dgm:pt modelId="{8B8388B5-FC8B-4DA2-A724-E13B739C2DFC}">
      <dgm:prSet/>
      <dgm:spPr/>
      <dgm:t>
        <a:bodyPr/>
        <a:lstStyle/>
        <a:p>
          <a:r>
            <a:rPr lang="en-US"/>
            <a:t>✔ Reduction in repeated KYC processing cost</a:t>
          </a:r>
        </a:p>
      </dgm:t>
    </dgm:pt>
    <dgm:pt modelId="{62CB3E94-5221-4CCF-A8BB-80922B427215}" type="parTrans" cxnId="{3FE87271-163B-431A-8630-BC6B4A9ED719}">
      <dgm:prSet/>
      <dgm:spPr/>
      <dgm:t>
        <a:bodyPr/>
        <a:lstStyle/>
        <a:p>
          <a:endParaRPr lang="en-US"/>
        </a:p>
      </dgm:t>
    </dgm:pt>
    <dgm:pt modelId="{216AC728-5075-4689-8A23-D4C4A10A4806}" type="sibTrans" cxnId="{3FE87271-163B-431A-8630-BC6B4A9ED719}">
      <dgm:prSet/>
      <dgm:spPr/>
      <dgm:t>
        <a:bodyPr/>
        <a:lstStyle/>
        <a:p>
          <a:endParaRPr lang="en-US"/>
        </a:p>
      </dgm:t>
    </dgm:pt>
    <dgm:pt modelId="{0F5600E8-1112-437D-9BC8-36E31AA84253}">
      <dgm:prSet/>
      <dgm:spPr/>
      <dgm:t>
        <a:bodyPr/>
        <a:lstStyle/>
        <a:p>
          <a:r>
            <a:rPr lang="en-US"/>
            <a:t>✔ Faster onboarding (seconds instead of days)</a:t>
          </a:r>
        </a:p>
      </dgm:t>
    </dgm:pt>
    <dgm:pt modelId="{6C248606-96ED-4487-8802-68BD6CFD72A4}" type="parTrans" cxnId="{FC085C11-CD69-4AC5-ADC7-2DCB802ED1FD}">
      <dgm:prSet/>
      <dgm:spPr/>
      <dgm:t>
        <a:bodyPr/>
        <a:lstStyle/>
        <a:p>
          <a:endParaRPr lang="en-US"/>
        </a:p>
      </dgm:t>
    </dgm:pt>
    <dgm:pt modelId="{740744B7-44AC-4315-98D5-C72ED305AA8F}" type="sibTrans" cxnId="{FC085C11-CD69-4AC5-ADC7-2DCB802ED1FD}">
      <dgm:prSet/>
      <dgm:spPr/>
      <dgm:t>
        <a:bodyPr/>
        <a:lstStyle/>
        <a:p>
          <a:endParaRPr lang="en-US"/>
        </a:p>
      </dgm:t>
    </dgm:pt>
    <dgm:pt modelId="{DD3C96DB-9690-4840-9B41-E3FCFDAF05B9}">
      <dgm:prSet/>
      <dgm:spPr/>
      <dgm:t>
        <a:bodyPr/>
        <a:lstStyle/>
        <a:p>
          <a:r>
            <a:rPr lang="en-US"/>
            <a:t>✔ Increased trust and fraud reduction</a:t>
          </a:r>
        </a:p>
      </dgm:t>
    </dgm:pt>
    <dgm:pt modelId="{628435F9-D1F1-48CE-A4C1-D95947D06650}" type="parTrans" cxnId="{B5DCC0CE-2BCA-4101-B0D4-20D50CE79E2A}">
      <dgm:prSet/>
      <dgm:spPr/>
      <dgm:t>
        <a:bodyPr/>
        <a:lstStyle/>
        <a:p>
          <a:endParaRPr lang="en-US"/>
        </a:p>
      </dgm:t>
    </dgm:pt>
    <dgm:pt modelId="{6560E721-05E2-44A4-8980-BF048F99C473}" type="sibTrans" cxnId="{B5DCC0CE-2BCA-4101-B0D4-20D50CE79E2A}">
      <dgm:prSet/>
      <dgm:spPr/>
      <dgm:t>
        <a:bodyPr/>
        <a:lstStyle/>
        <a:p>
          <a:endParaRPr lang="en-US"/>
        </a:p>
      </dgm:t>
    </dgm:pt>
    <dgm:pt modelId="{E7D8711A-0BBE-4A24-BA0E-AC1FAD43B2DE}">
      <dgm:prSet/>
      <dgm:spPr/>
      <dgm:t>
        <a:bodyPr/>
        <a:lstStyle/>
        <a:p>
          <a:r>
            <a:rPr lang="en-US"/>
            <a:t>✔ National identity interoperability at scale</a:t>
          </a:r>
        </a:p>
      </dgm:t>
    </dgm:pt>
    <dgm:pt modelId="{32304B18-0327-43D1-94EF-271AFD596CD7}" type="parTrans" cxnId="{4B1A9288-1B82-4EB0-A6E7-6DAD53DA3CEA}">
      <dgm:prSet/>
      <dgm:spPr/>
      <dgm:t>
        <a:bodyPr/>
        <a:lstStyle/>
        <a:p>
          <a:endParaRPr lang="en-US"/>
        </a:p>
      </dgm:t>
    </dgm:pt>
    <dgm:pt modelId="{0B67A6B5-7635-440D-B2D4-6870EE8EB095}" type="sibTrans" cxnId="{4B1A9288-1B82-4EB0-A6E7-6DAD53DA3CEA}">
      <dgm:prSet/>
      <dgm:spPr/>
      <dgm:t>
        <a:bodyPr/>
        <a:lstStyle/>
        <a:p>
          <a:endParaRPr lang="en-US"/>
        </a:p>
      </dgm:t>
    </dgm:pt>
    <dgm:pt modelId="{2B69D416-3C1D-4B3D-907E-842A55E5B6D9}" type="pres">
      <dgm:prSet presAssocID="{2837C04F-33C4-4068-85D5-9404ACC5619E}" presName="outerComposite" presStyleCnt="0">
        <dgm:presLayoutVars>
          <dgm:chMax val="5"/>
          <dgm:dir/>
          <dgm:resizeHandles val="exact"/>
        </dgm:presLayoutVars>
      </dgm:prSet>
      <dgm:spPr/>
    </dgm:pt>
    <dgm:pt modelId="{D4CDBAB5-A2BC-4F6F-A452-3D42FE47548A}" type="pres">
      <dgm:prSet presAssocID="{2837C04F-33C4-4068-85D5-9404ACC5619E}" presName="dummyMaxCanvas" presStyleCnt="0">
        <dgm:presLayoutVars/>
      </dgm:prSet>
      <dgm:spPr/>
    </dgm:pt>
    <dgm:pt modelId="{5B1CFAAC-F60D-4162-8A33-5CFEF1AC7C92}" type="pres">
      <dgm:prSet presAssocID="{2837C04F-33C4-4068-85D5-9404ACC5619E}" presName="FiveNodes_1" presStyleLbl="node1" presStyleIdx="0" presStyleCnt="5">
        <dgm:presLayoutVars>
          <dgm:bulletEnabled val="1"/>
        </dgm:presLayoutVars>
      </dgm:prSet>
      <dgm:spPr/>
    </dgm:pt>
    <dgm:pt modelId="{246B5938-5195-4EC3-9783-3A711F62D850}" type="pres">
      <dgm:prSet presAssocID="{2837C04F-33C4-4068-85D5-9404ACC5619E}" presName="FiveNodes_2" presStyleLbl="node1" presStyleIdx="1" presStyleCnt="5">
        <dgm:presLayoutVars>
          <dgm:bulletEnabled val="1"/>
        </dgm:presLayoutVars>
      </dgm:prSet>
      <dgm:spPr/>
    </dgm:pt>
    <dgm:pt modelId="{E480DE9E-5391-4E0A-8B33-8DA187CC9F31}" type="pres">
      <dgm:prSet presAssocID="{2837C04F-33C4-4068-85D5-9404ACC5619E}" presName="FiveNodes_3" presStyleLbl="node1" presStyleIdx="2" presStyleCnt="5">
        <dgm:presLayoutVars>
          <dgm:bulletEnabled val="1"/>
        </dgm:presLayoutVars>
      </dgm:prSet>
      <dgm:spPr/>
    </dgm:pt>
    <dgm:pt modelId="{E1207F6B-697B-405D-936E-4E0B1DC82976}" type="pres">
      <dgm:prSet presAssocID="{2837C04F-33C4-4068-85D5-9404ACC5619E}" presName="FiveNodes_4" presStyleLbl="node1" presStyleIdx="3" presStyleCnt="5">
        <dgm:presLayoutVars>
          <dgm:bulletEnabled val="1"/>
        </dgm:presLayoutVars>
      </dgm:prSet>
      <dgm:spPr/>
    </dgm:pt>
    <dgm:pt modelId="{28E208E1-B12A-442D-82F0-43FAC5178CED}" type="pres">
      <dgm:prSet presAssocID="{2837C04F-33C4-4068-85D5-9404ACC5619E}" presName="FiveNodes_5" presStyleLbl="node1" presStyleIdx="4" presStyleCnt="5">
        <dgm:presLayoutVars>
          <dgm:bulletEnabled val="1"/>
        </dgm:presLayoutVars>
      </dgm:prSet>
      <dgm:spPr/>
    </dgm:pt>
    <dgm:pt modelId="{396F2730-E00C-4D22-B184-D26A9FF6B808}" type="pres">
      <dgm:prSet presAssocID="{2837C04F-33C4-4068-85D5-9404ACC5619E}" presName="FiveConn_1-2" presStyleLbl="fgAccFollowNode1" presStyleIdx="0" presStyleCnt="4">
        <dgm:presLayoutVars>
          <dgm:bulletEnabled val="1"/>
        </dgm:presLayoutVars>
      </dgm:prSet>
      <dgm:spPr/>
    </dgm:pt>
    <dgm:pt modelId="{D477B3A7-B76D-4DB3-8C10-D8343B54B17D}" type="pres">
      <dgm:prSet presAssocID="{2837C04F-33C4-4068-85D5-9404ACC5619E}" presName="FiveConn_2-3" presStyleLbl="fgAccFollowNode1" presStyleIdx="1" presStyleCnt="4">
        <dgm:presLayoutVars>
          <dgm:bulletEnabled val="1"/>
        </dgm:presLayoutVars>
      </dgm:prSet>
      <dgm:spPr/>
    </dgm:pt>
    <dgm:pt modelId="{B257E1AC-9082-4E82-8D83-E8D01AB020E7}" type="pres">
      <dgm:prSet presAssocID="{2837C04F-33C4-4068-85D5-9404ACC5619E}" presName="FiveConn_3-4" presStyleLbl="fgAccFollowNode1" presStyleIdx="2" presStyleCnt="4">
        <dgm:presLayoutVars>
          <dgm:bulletEnabled val="1"/>
        </dgm:presLayoutVars>
      </dgm:prSet>
      <dgm:spPr/>
    </dgm:pt>
    <dgm:pt modelId="{2614F402-7925-4C8D-AEAC-DD636B4446BE}" type="pres">
      <dgm:prSet presAssocID="{2837C04F-33C4-4068-85D5-9404ACC5619E}" presName="FiveConn_4-5" presStyleLbl="fgAccFollowNode1" presStyleIdx="3" presStyleCnt="4">
        <dgm:presLayoutVars>
          <dgm:bulletEnabled val="1"/>
        </dgm:presLayoutVars>
      </dgm:prSet>
      <dgm:spPr/>
    </dgm:pt>
    <dgm:pt modelId="{6E1595A2-DA65-416F-8055-47F59A7B3370}" type="pres">
      <dgm:prSet presAssocID="{2837C04F-33C4-4068-85D5-9404ACC5619E}" presName="FiveNodes_1_text" presStyleLbl="node1" presStyleIdx="4" presStyleCnt="5">
        <dgm:presLayoutVars>
          <dgm:bulletEnabled val="1"/>
        </dgm:presLayoutVars>
      </dgm:prSet>
      <dgm:spPr/>
    </dgm:pt>
    <dgm:pt modelId="{2BECCD3E-46F5-4A67-9FD7-4D2D2FD808AF}" type="pres">
      <dgm:prSet presAssocID="{2837C04F-33C4-4068-85D5-9404ACC5619E}" presName="FiveNodes_2_text" presStyleLbl="node1" presStyleIdx="4" presStyleCnt="5">
        <dgm:presLayoutVars>
          <dgm:bulletEnabled val="1"/>
        </dgm:presLayoutVars>
      </dgm:prSet>
      <dgm:spPr/>
    </dgm:pt>
    <dgm:pt modelId="{388B016A-AC5B-4FA3-BC78-E127B82053C9}" type="pres">
      <dgm:prSet presAssocID="{2837C04F-33C4-4068-85D5-9404ACC5619E}" presName="FiveNodes_3_text" presStyleLbl="node1" presStyleIdx="4" presStyleCnt="5">
        <dgm:presLayoutVars>
          <dgm:bulletEnabled val="1"/>
        </dgm:presLayoutVars>
      </dgm:prSet>
      <dgm:spPr/>
    </dgm:pt>
    <dgm:pt modelId="{57B470E3-94EF-458C-A334-27E659E54EB5}" type="pres">
      <dgm:prSet presAssocID="{2837C04F-33C4-4068-85D5-9404ACC5619E}" presName="FiveNodes_4_text" presStyleLbl="node1" presStyleIdx="4" presStyleCnt="5">
        <dgm:presLayoutVars>
          <dgm:bulletEnabled val="1"/>
        </dgm:presLayoutVars>
      </dgm:prSet>
      <dgm:spPr/>
    </dgm:pt>
    <dgm:pt modelId="{DD5BCADC-D8C2-42E1-8E4A-39E9121B672B}" type="pres">
      <dgm:prSet presAssocID="{2837C04F-33C4-4068-85D5-9404ACC5619E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FC085C11-CD69-4AC5-ADC7-2DCB802ED1FD}" srcId="{2837C04F-33C4-4068-85D5-9404ACC5619E}" destId="{0F5600E8-1112-437D-9BC8-36E31AA84253}" srcOrd="2" destOrd="0" parTransId="{6C248606-96ED-4487-8802-68BD6CFD72A4}" sibTransId="{740744B7-44AC-4315-98D5-C72ED305AA8F}"/>
    <dgm:cxn modelId="{0E7C9B17-5DB9-4D3A-86AD-552BA4B27DA3}" type="presOf" srcId="{8B8388B5-FC8B-4DA2-A724-E13B739C2DFC}" destId="{246B5938-5195-4EC3-9783-3A711F62D850}" srcOrd="0" destOrd="0" presId="urn:microsoft.com/office/officeart/2005/8/layout/vProcess5"/>
    <dgm:cxn modelId="{4BF27431-3B2D-4016-BA4E-BD32360614E6}" type="presOf" srcId="{C6E56F26-105F-4F4C-A4AB-7E5547869836}" destId="{5B1CFAAC-F60D-4162-8A33-5CFEF1AC7C92}" srcOrd="0" destOrd="0" presId="urn:microsoft.com/office/officeart/2005/8/layout/vProcess5"/>
    <dgm:cxn modelId="{C5B4B34C-D650-4A3F-8A67-AC08840EC1EA}" type="presOf" srcId="{8B8388B5-FC8B-4DA2-A724-E13B739C2DFC}" destId="{2BECCD3E-46F5-4A67-9FD7-4D2D2FD808AF}" srcOrd="1" destOrd="0" presId="urn:microsoft.com/office/officeart/2005/8/layout/vProcess5"/>
    <dgm:cxn modelId="{3FE87271-163B-431A-8630-BC6B4A9ED719}" srcId="{2837C04F-33C4-4068-85D5-9404ACC5619E}" destId="{8B8388B5-FC8B-4DA2-A724-E13B739C2DFC}" srcOrd="1" destOrd="0" parTransId="{62CB3E94-5221-4CCF-A8BB-80922B427215}" sibTransId="{216AC728-5075-4689-8A23-D4C4A10A4806}"/>
    <dgm:cxn modelId="{4B1A9288-1B82-4EB0-A6E7-6DAD53DA3CEA}" srcId="{2837C04F-33C4-4068-85D5-9404ACC5619E}" destId="{E7D8711A-0BBE-4A24-BA0E-AC1FAD43B2DE}" srcOrd="4" destOrd="0" parTransId="{32304B18-0327-43D1-94EF-271AFD596CD7}" sibTransId="{0B67A6B5-7635-440D-B2D4-6870EE8EB095}"/>
    <dgm:cxn modelId="{66111991-18DA-4B74-917E-D1E7F396F75C}" type="presOf" srcId="{0F5600E8-1112-437D-9BC8-36E31AA84253}" destId="{E480DE9E-5391-4E0A-8B33-8DA187CC9F31}" srcOrd="0" destOrd="0" presId="urn:microsoft.com/office/officeart/2005/8/layout/vProcess5"/>
    <dgm:cxn modelId="{4C030C94-F81B-466E-97DE-8765D6728839}" type="presOf" srcId="{DD3C96DB-9690-4840-9B41-E3FCFDAF05B9}" destId="{57B470E3-94EF-458C-A334-27E659E54EB5}" srcOrd="1" destOrd="0" presId="urn:microsoft.com/office/officeart/2005/8/layout/vProcess5"/>
    <dgm:cxn modelId="{CABEBC9A-3D64-4A0A-B710-1EF27B877F03}" type="presOf" srcId="{740744B7-44AC-4315-98D5-C72ED305AA8F}" destId="{B257E1AC-9082-4E82-8D83-E8D01AB020E7}" srcOrd="0" destOrd="0" presId="urn:microsoft.com/office/officeart/2005/8/layout/vProcess5"/>
    <dgm:cxn modelId="{BCA55C9B-2811-4329-94D5-56A5380D27DC}" type="presOf" srcId="{0F5600E8-1112-437D-9BC8-36E31AA84253}" destId="{388B016A-AC5B-4FA3-BC78-E127B82053C9}" srcOrd="1" destOrd="0" presId="urn:microsoft.com/office/officeart/2005/8/layout/vProcess5"/>
    <dgm:cxn modelId="{023A899C-6647-4F95-9FBD-E44F8DA56EF0}" type="presOf" srcId="{2837C04F-33C4-4068-85D5-9404ACC5619E}" destId="{2B69D416-3C1D-4B3D-907E-842A55E5B6D9}" srcOrd="0" destOrd="0" presId="urn:microsoft.com/office/officeart/2005/8/layout/vProcess5"/>
    <dgm:cxn modelId="{F8F80ECC-9EE6-4F6C-BEFC-9C7304AE2631}" type="presOf" srcId="{DD3C96DB-9690-4840-9B41-E3FCFDAF05B9}" destId="{E1207F6B-697B-405D-936E-4E0B1DC82976}" srcOrd="0" destOrd="0" presId="urn:microsoft.com/office/officeart/2005/8/layout/vProcess5"/>
    <dgm:cxn modelId="{B5DCC0CE-2BCA-4101-B0D4-20D50CE79E2A}" srcId="{2837C04F-33C4-4068-85D5-9404ACC5619E}" destId="{DD3C96DB-9690-4840-9B41-E3FCFDAF05B9}" srcOrd="3" destOrd="0" parTransId="{628435F9-D1F1-48CE-A4C1-D95947D06650}" sibTransId="{6560E721-05E2-44A4-8980-BF048F99C473}"/>
    <dgm:cxn modelId="{FB4DD7D3-765B-4884-88C7-A09F05FA792E}" type="presOf" srcId="{E7D8711A-0BBE-4A24-BA0E-AC1FAD43B2DE}" destId="{28E208E1-B12A-442D-82F0-43FAC5178CED}" srcOrd="0" destOrd="0" presId="urn:microsoft.com/office/officeart/2005/8/layout/vProcess5"/>
    <dgm:cxn modelId="{28B181D6-EF4F-4212-9B05-54070CCF0872}" type="presOf" srcId="{6560E721-05E2-44A4-8980-BF048F99C473}" destId="{2614F402-7925-4C8D-AEAC-DD636B4446BE}" srcOrd="0" destOrd="0" presId="urn:microsoft.com/office/officeart/2005/8/layout/vProcess5"/>
    <dgm:cxn modelId="{272B2DD7-9BD5-4ABC-988B-7F322F3803C1}" type="presOf" srcId="{E7D8711A-0BBE-4A24-BA0E-AC1FAD43B2DE}" destId="{DD5BCADC-D8C2-42E1-8E4A-39E9121B672B}" srcOrd="1" destOrd="0" presId="urn:microsoft.com/office/officeart/2005/8/layout/vProcess5"/>
    <dgm:cxn modelId="{9C209DE0-9C29-4CC9-9D89-5A1CEAB749D8}" type="presOf" srcId="{216AC728-5075-4689-8A23-D4C4A10A4806}" destId="{D477B3A7-B76D-4DB3-8C10-D8343B54B17D}" srcOrd="0" destOrd="0" presId="urn:microsoft.com/office/officeart/2005/8/layout/vProcess5"/>
    <dgm:cxn modelId="{A48BD7F0-9047-4E43-9D57-2AE94845DC3D}" srcId="{2837C04F-33C4-4068-85D5-9404ACC5619E}" destId="{C6E56F26-105F-4F4C-A4AB-7E5547869836}" srcOrd="0" destOrd="0" parTransId="{01CF6857-BA8B-47B2-BD4B-593196271757}" sibTransId="{4857B93E-83B0-4E6E-9789-F62C49DC03FD}"/>
    <dgm:cxn modelId="{544A77F8-3081-48AE-9376-9B4C4968DD2E}" type="presOf" srcId="{C6E56F26-105F-4F4C-A4AB-7E5547869836}" destId="{6E1595A2-DA65-416F-8055-47F59A7B3370}" srcOrd="1" destOrd="0" presId="urn:microsoft.com/office/officeart/2005/8/layout/vProcess5"/>
    <dgm:cxn modelId="{4F005BFD-9B85-494E-B9AC-E981197D06FF}" type="presOf" srcId="{4857B93E-83B0-4E6E-9789-F62C49DC03FD}" destId="{396F2730-E00C-4D22-B184-D26A9FF6B808}" srcOrd="0" destOrd="0" presId="urn:microsoft.com/office/officeart/2005/8/layout/vProcess5"/>
    <dgm:cxn modelId="{1B5AE38D-97B0-4870-9C18-4F06622A78C3}" type="presParOf" srcId="{2B69D416-3C1D-4B3D-907E-842A55E5B6D9}" destId="{D4CDBAB5-A2BC-4F6F-A452-3D42FE47548A}" srcOrd="0" destOrd="0" presId="urn:microsoft.com/office/officeart/2005/8/layout/vProcess5"/>
    <dgm:cxn modelId="{9FDE612F-B54E-42F7-B5AD-D435828E562F}" type="presParOf" srcId="{2B69D416-3C1D-4B3D-907E-842A55E5B6D9}" destId="{5B1CFAAC-F60D-4162-8A33-5CFEF1AC7C92}" srcOrd="1" destOrd="0" presId="urn:microsoft.com/office/officeart/2005/8/layout/vProcess5"/>
    <dgm:cxn modelId="{0A8F01DA-7A75-4C12-99DE-EF139CB85117}" type="presParOf" srcId="{2B69D416-3C1D-4B3D-907E-842A55E5B6D9}" destId="{246B5938-5195-4EC3-9783-3A711F62D850}" srcOrd="2" destOrd="0" presId="urn:microsoft.com/office/officeart/2005/8/layout/vProcess5"/>
    <dgm:cxn modelId="{39340DC0-D0D2-4F32-9934-0E4542EB5CEF}" type="presParOf" srcId="{2B69D416-3C1D-4B3D-907E-842A55E5B6D9}" destId="{E480DE9E-5391-4E0A-8B33-8DA187CC9F31}" srcOrd="3" destOrd="0" presId="urn:microsoft.com/office/officeart/2005/8/layout/vProcess5"/>
    <dgm:cxn modelId="{D8B5262F-3012-453F-ACA5-9C56225B584F}" type="presParOf" srcId="{2B69D416-3C1D-4B3D-907E-842A55E5B6D9}" destId="{E1207F6B-697B-405D-936E-4E0B1DC82976}" srcOrd="4" destOrd="0" presId="urn:microsoft.com/office/officeart/2005/8/layout/vProcess5"/>
    <dgm:cxn modelId="{22BCDA3C-299C-4540-B025-8753281E003A}" type="presParOf" srcId="{2B69D416-3C1D-4B3D-907E-842A55E5B6D9}" destId="{28E208E1-B12A-442D-82F0-43FAC5178CED}" srcOrd="5" destOrd="0" presId="urn:microsoft.com/office/officeart/2005/8/layout/vProcess5"/>
    <dgm:cxn modelId="{73909D3F-DA0C-45E3-91E9-A87895C726D1}" type="presParOf" srcId="{2B69D416-3C1D-4B3D-907E-842A55E5B6D9}" destId="{396F2730-E00C-4D22-B184-D26A9FF6B808}" srcOrd="6" destOrd="0" presId="urn:microsoft.com/office/officeart/2005/8/layout/vProcess5"/>
    <dgm:cxn modelId="{B0869299-4110-4219-BA0C-26E147677D60}" type="presParOf" srcId="{2B69D416-3C1D-4B3D-907E-842A55E5B6D9}" destId="{D477B3A7-B76D-4DB3-8C10-D8343B54B17D}" srcOrd="7" destOrd="0" presId="urn:microsoft.com/office/officeart/2005/8/layout/vProcess5"/>
    <dgm:cxn modelId="{0758F66C-06F9-435E-9141-40CB8F1FFD60}" type="presParOf" srcId="{2B69D416-3C1D-4B3D-907E-842A55E5B6D9}" destId="{B257E1AC-9082-4E82-8D83-E8D01AB020E7}" srcOrd="8" destOrd="0" presId="urn:microsoft.com/office/officeart/2005/8/layout/vProcess5"/>
    <dgm:cxn modelId="{3C6F6D01-3987-40CE-8F87-16B2A85C8CC8}" type="presParOf" srcId="{2B69D416-3C1D-4B3D-907E-842A55E5B6D9}" destId="{2614F402-7925-4C8D-AEAC-DD636B4446BE}" srcOrd="9" destOrd="0" presId="urn:microsoft.com/office/officeart/2005/8/layout/vProcess5"/>
    <dgm:cxn modelId="{E7136D2A-1030-4FA3-933E-D9F0C6159B66}" type="presParOf" srcId="{2B69D416-3C1D-4B3D-907E-842A55E5B6D9}" destId="{6E1595A2-DA65-416F-8055-47F59A7B3370}" srcOrd="10" destOrd="0" presId="urn:microsoft.com/office/officeart/2005/8/layout/vProcess5"/>
    <dgm:cxn modelId="{198D4255-6BE8-4ADB-9AD0-E5FD0A363EA4}" type="presParOf" srcId="{2B69D416-3C1D-4B3D-907E-842A55E5B6D9}" destId="{2BECCD3E-46F5-4A67-9FD7-4D2D2FD808AF}" srcOrd="11" destOrd="0" presId="urn:microsoft.com/office/officeart/2005/8/layout/vProcess5"/>
    <dgm:cxn modelId="{E76E6124-BCDA-4085-A905-9A8F97D554CA}" type="presParOf" srcId="{2B69D416-3C1D-4B3D-907E-842A55E5B6D9}" destId="{388B016A-AC5B-4FA3-BC78-E127B82053C9}" srcOrd="12" destOrd="0" presId="urn:microsoft.com/office/officeart/2005/8/layout/vProcess5"/>
    <dgm:cxn modelId="{AFF05E7B-702F-4128-A341-57643DDB48E5}" type="presParOf" srcId="{2B69D416-3C1D-4B3D-907E-842A55E5B6D9}" destId="{57B470E3-94EF-458C-A334-27E659E54EB5}" srcOrd="13" destOrd="0" presId="urn:microsoft.com/office/officeart/2005/8/layout/vProcess5"/>
    <dgm:cxn modelId="{D60E47AF-2F95-474B-8FDD-2E5B7D4D6DF9}" type="presParOf" srcId="{2B69D416-3C1D-4B3D-907E-842A55E5B6D9}" destId="{DD5BCADC-D8C2-42E1-8E4A-39E9121B672B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E6CD45C-07F0-4405-9275-6E0A1F534B83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3395F4E-E18F-49F8-BCF3-5F8658E12FC1}">
      <dgm:prSet/>
      <dgm:spPr/>
      <dgm:t>
        <a:bodyPr/>
        <a:lstStyle/>
        <a:p>
          <a:r>
            <a:rPr lang="en-US" b="1"/>
            <a:t>Slide 15 — What Can Our Team Deliver</a:t>
          </a:r>
          <a:endParaRPr lang="en-US"/>
        </a:p>
      </dgm:t>
    </dgm:pt>
    <dgm:pt modelId="{4A988A7A-2607-4C57-94AD-FF3421013561}" type="parTrans" cxnId="{984D1E30-5640-4A40-BB47-37596CA73044}">
      <dgm:prSet/>
      <dgm:spPr/>
      <dgm:t>
        <a:bodyPr/>
        <a:lstStyle/>
        <a:p>
          <a:endParaRPr lang="en-US"/>
        </a:p>
      </dgm:t>
    </dgm:pt>
    <dgm:pt modelId="{EA023782-D5DA-4297-B575-0EE83B89DADD}" type="sibTrans" cxnId="{984D1E30-5640-4A40-BB47-37596CA73044}">
      <dgm:prSet/>
      <dgm:spPr/>
      <dgm:t>
        <a:bodyPr/>
        <a:lstStyle/>
        <a:p>
          <a:endParaRPr lang="en-US"/>
        </a:p>
      </dgm:t>
    </dgm:pt>
    <dgm:pt modelId="{90487AD1-B4AC-4F0A-9823-2CB4E66C1ED0}">
      <dgm:prSet/>
      <dgm:spPr/>
      <dgm:t>
        <a:bodyPr/>
        <a:lstStyle/>
        <a:p>
          <a:r>
            <a:rPr lang="en-US"/>
            <a:t>Strong expertise in </a:t>
          </a:r>
          <a:r>
            <a:rPr lang="en-US" b="1"/>
            <a:t>.NET architecture and secure backend development</a:t>
          </a:r>
          <a:endParaRPr lang="en-US"/>
        </a:p>
      </dgm:t>
    </dgm:pt>
    <dgm:pt modelId="{4771485A-35CD-403C-9B63-BDE5B18672BD}" type="parTrans" cxnId="{2B6B9FE0-D0EC-4BBD-8B47-4BE430277BE7}">
      <dgm:prSet/>
      <dgm:spPr/>
      <dgm:t>
        <a:bodyPr/>
        <a:lstStyle/>
        <a:p>
          <a:endParaRPr lang="en-US"/>
        </a:p>
      </dgm:t>
    </dgm:pt>
    <dgm:pt modelId="{4E0196B6-D21A-496A-AE0D-CA13753DAF8D}" type="sibTrans" cxnId="{2B6B9FE0-D0EC-4BBD-8B47-4BE430277BE7}">
      <dgm:prSet/>
      <dgm:spPr/>
      <dgm:t>
        <a:bodyPr/>
        <a:lstStyle/>
        <a:p>
          <a:endParaRPr lang="en-US"/>
        </a:p>
      </dgm:t>
    </dgm:pt>
    <dgm:pt modelId="{4F640399-1FF3-441F-B3EB-4365EF0FEF1A}">
      <dgm:prSet/>
      <dgm:spPr/>
      <dgm:t>
        <a:bodyPr/>
        <a:lstStyle/>
        <a:p>
          <a:r>
            <a:rPr lang="en-US" dirty="0"/>
            <a:t>Hands-on experience in identity systems, APIs, and cryptography</a:t>
          </a:r>
        </a:p>
      </dgm:t>
    </dgm:pt>
    <dgm:pt modelId="{F6FC48D8-28DB-47BC-BCA0-127E7E80CEA2}" type="parTrans" cxnId="{96ECD954-2A60-4AA5-B57A-3C9DF1091562}">
      <dgm:prSet/>
      <dgm:spPr/>
      <dgm:t>
        <a:bodyPr/>
        <a:lstStyle/>
        <a:p>
          <a:endParaRPr lang="en-US"/>
        </a:p>
      </dgm:t>
    </dgm:pt>
    <dgm:pt modelId="{B93D9FF4-A24B-46F1-94CF-507ADA1C84F8}" type="sibTrans" cxnId="{96ECD954-2A60-4AA5-B57A-3C9DF1091562}">
      <dgm:prSet/>
      <dgm:spPr/>
      <dgm:t>
        <a:bodyPr/>
        <a:lstStyle/>
        <a:p>
          <a:endParaRPr lang="en-US"/>
        </a:p>
      </dgm:t>
    </dgm:pt>
    <dgm:pt modelId="{B455EC2E-BB20-4EEA-A505-A753E78C6DBB}">
      <dgm:prSet/>
      <dgm:spPr/>
      <dgm:t>
        <a:bodyPr/>
        <a:lstStyle/>
        <a:p>
          <a:r>
            <a:rPr lang="en-US"/>
            <a:t>Understanding of Aadhaar, DigiLocker, and digital public infrastructure</a:t>
          </a:r>
        </a:p>
      </dgm:t>
    </dgm:pt>
    <dgm:pt modelId="{AC298B3B-E494-4A6D-BEF0-9229364EC401}" type="parTrans" cxnId="{71CA8766-3341-4D9A-8292-E86E1FC189B5}">
      <dgm:prSet/>
      <dgm:spPr/>
      <dgm:t>
        <a:bodyPr/>
        <a:lstStyle/>
        <a:p>
          <a:endParaRPr lang="en-US"/>
        </a:p>
      </dgm:t>
    </dgm:pt>
    <dgm:pt modelId="{E2F82FF5-9E7E-4985-8279-01F9B4048243}" type="sibTrans" cxnId="{71CA8766-3341-4D9A-8292-E86E1FC189B5}">
      <dgm:prSet/>
      <dgm:spPr/>
      <dgm:t>
        <a:bodyPr/>
        <a:lstStyle/>
        <a:p>
          <a:endParaRPr lang="en-US"/>
        </a:p>
      </dgm:t>
    </dgm:pt>
    <dgm:pt modelId="{2122F830-CF43-49CB-9FC0-E0AB4A9270F6}">
      <dgm:prSet/>
      <dgm:spPr/>
      <dgm:t>
        <a:bodyPr/>
        <a:lstStyle/>
        <a:p>
          <a:r>
            <a:rPr lang="en-US"/>
            <a:t>Experience building scalable enterprise-grade software</a:t>
          </a:r>
        </a:p>
      </dgm:t>
    </dgm:pt>
    <dgm:pt modelId="{0235D434-2BED-4C63-BCF1-B727C5E5B769}" type="parTrans" cxnId="{0C9CE243-ED85-44A2-810B-A88AE0041487}">
      <dgm:prSet/>
      <dgm:spPr/>
      <dgm:t>
        <a:bodyPr/>
        <a:lstStyle/>
        <a:p>
          <a:endParaRPr lang="en-US"/>
        </a:p>
      </dgm:t>
    </dgm:pt>
    <dgm:pt modelId="{44453EC0-50C6-44E7-96D1-0B56AE23D1B1}" type="sibTrans" cxnId="{0C9CE243-ED85-44A2-810B-A88AE0041487}">
      <dgm:prSet/>
      <dgm:spPr/>
      <dgm:t>
        <a:bodyPr/>
        <a:lstStyle/>
        <a:p>
          <a:endParaRPr lang="en-US"/>
        </a:p>
      </dgm:t>
    </dgm:pt>
    <dgm:pt modelId="{BCAC75A1-172A-43B7-85E7-D34E70A735A3}" type="pres">
      <dgm:prSet presAssocID="{9E6CD45C-07F0-4405-9275-6E0A1F534B83}" presName="vert0" presStyleCnt="0">
        <dgm:presLayoutVars>
          <dgm:dir/>
          <dgm:animOne val="branch"/>
          <dgm:animLvl val="lvl"/>
        </dgm:presLayoutVars>
      </dgm:prSet>
      <dgm:spPr/>
    </dgm:pt>
    <dgm:pt modelId="{35888E45-C024-48E3-AA47-6FC9D6EA2AD3}" type="pres">
      <dgm:prSet presAssocID="{B3395F4E-E18F-49F8-BCF3-5F8658E12FC1}" presName="thickLine" presStyleLbl="alignNode1" presStyleIdx="0" presStyleCnt="5"/>
      <dgm:spPr/>
    </dgm:pt>
    <dgm:pt modelId="{95E7D543-CF0E-4F3C-BB42-65D705BF335F}" type="pres">
      <dgm:prSet presAssocID="{B3395F4E-E18F-49F8-BCF3-5F8658E12FC1}" presName="horz1" presStyleCnt="0"/>
      <dgm:spPr/>
    </dgm:pt>
    <dgm:pt modelId="{970CD4D7-BB01-48FF-9995-7D421AA1AAD7}" type="pres">
      <dgm:prSet presAssocID="{B3395F4E-E18F-49F8-BCF3-5F8658E12FC1}" presName="tx1" presStyleLbl="revTx" presStyleIdx="0" presStyleCnt="5"/>
      <dgm:spPr/>
    </dgm:pt>
    <dgm:pt modelId="{0C4451B6-EEDF-4E2A-A64F-E4EE469F0819}" type="pres">
      <dgm:prSet presAssocID="{B3395F4E-E18F-49F8-BCF3-5F8658E12FC1}" presName="vert1" presStyleCnt="0"/>
      <dgm:spPr/>
    </dgm:pt>
    <dgm:pt modelId="{2FCB6642-E3FD-4E28-BF03-54E6F1887CD4}" type="pres">
      <dgm:prSet presAssocID="{90487AD1-B4AC-4F0A-9823-2CB4E66C1ED0}" presName="thickLine" presStyleLbl="alignNode1" presStyleIdx="1" presStyleCnt="5"/>
      <dgm:spPr/>
    </dgm:pt>
    <dgm:pt modelId="{62B79BD4-AC42-464D-A016-1EC892F2DECD}" type="pres">
      <dgm:prSet presAssocID="{90487AD1-B4AC-4F0A-9823-2CB4E66C1ED0}" presName="horz1" presStyleCnt="0"/>
      <dgm:spPr/>
    </dgm:pt>
    <dgm:pt modelId="{440E0A2D-BE74-4ACF-8E83-EFB78A0C006F}" type="pres">
      <dgm:prSet presAssocID="{90487AD1-B4AC-4F0A-9823-2CB4E66C1ED0}" presName="tx1" presStyleLbl="revTx" presStyleIdx="1" presStyleCnt="5"/>
      <dgm:spPr/>
    </dgm:pt>
    <dgm:pt modelId="{4980892E-39C1-4B21-BE14-669880949231}" type="pres">
      <dgm:prSet presAssocID="{90487AD1-B4AC-4F0A-9823-2CB4E66C1ED0}" presName="vert1" presStyleCnt="0"/>
      <dgm:spPr/>
    </dgm:pt>
    <dgm:pt modelId="{245F02DC-6D8E-48CC-934C-8B2535106834}" type="pres">
      <dgm:prSet presAssocID="{4F640399-1FF3-441F-B3EB-4365EF0FEF1A}" presName="thickLine" presStyleLbl="alignNode1" presStyleIdx="2" presStyleCnt="5"/>
      <dgm:spPr/>
    </dgm:pt>
    <dgm:pt modelId="{962D31A3-C572-4F3F-B20B-6C33C72FC8C7}" type="pres">
      <dgm:prSet presAssocID="{4F640399-1FF3-441F-B3EB-4365EF0FEF1A}" presName="horz1" presStyleCnt="0"/>
      <dgm:spPr/>
    </dgm:pt>
    <dgm:pt modelId="{7F6FBAAA-01E7-4512-83E2-4902E390438D}" type="pres">
      <dgm:prSet presAssocID="{4F640399-1FF3-441F-B3EB-4365EF0FEF1A}" presName="tx1" presStyleLbl="revTx" presStyleIdx="2" presStyleCnt="5"/>
      <dgm:spPr/>
    </dgm:pt>
    <dgm:pt modelId="{FADAEEAA-41C6-47DC-A7A7-010945B9A2DF}" type="pres">
      <dgm:prSet presAssocID="{4F640399-1FF3-441F-B3EB-4365EF0FEF1A}" presName="vert1" presStyleCnt="0"/>
      <dgm:spPr/>
    </dgm:pt>
    <dgm:pt modelId="{CC83498E-9236-46D0-B1C4-2A78257BD381}" type="pres">
      <dgm:prSet presAssocID="{B455EC2E-BB20-4EEA-A505-A753E78C6DBB}" presName="thickLine" presStyleLbl="alignNode1" presStyleIdx="3" presStyleCnt="5"/>
      <dgm:spPr/>
    </dgm:pt>
    <dgm:pt modelId="{B719539D-4C8B-49C8-B2F2-B67BE33D71DA}" type="pres">
      <dgm:prSet presAssocID="{B455EC2E-BB20-4EEA-A505-A753E78C6DBB}" presName="horz1" presStyleCnt="0"/>
      <dgm:spPr/>
    </dgm:pt>
    <dgm:pt modelId="{4D5CEB5E-D85F-464D-8E0B-AFF8C5989CE3}" type="pres">
      <dgm:prSet presAssocID="{B455EC2E-BB20-4EEA-A505-A753E78C6DBB}" presName="tx1" presStyleLbl="revTx" presStyleIdx="3" presStyleCnt="5"/>
      <dgm:spPr/>
    </dgm:pt>
    <dgm:pt modelId="{FEB284BC-7417-4FF6-B675-83C54ED8DA28}" type="pres">
      <dgm:prSet presAssocID="{B455EC2E-BB20-4EEA-A505-A753E78C6DBB}" presName="vert1" presStyleCnt="0"/>
      <dgm:spPr/>
    </dgm:pt>
    <dgm:pt modelId="{BF98D421-EE5C-4A1E-8B77-FA36EA6482FE}" type="pres">
      <dgm:prSet presAssocID="{2122F830-CF43-49CB-9FC0-E0AB4A9270F6}" presName="thickLine" presStyleLbl="alignNode1" presStyleIdx="4" presStyleCnt="5"/>
      <dgm:spPr/>
    </dgm:pt>
    <dgm:pt modelId="{7D56E248-2D89-41C9-9481-6489BBF0CCBD}" type="pres">
      <dgm:prSet presAssocID="{2122F830-CF43-49CB-9FC0-E0AB4A9270F6}" presName="horz1" presStyleCnt="0"/>
      <dgm:spPr/>
    </dgm:pt>
    <dgm:pt modelId="{AF82153E-939B-4F05-BAAD-0F522A193BC8}" type="pres">
      <dgm:prSet presAssocID="{2122F830-CF43-49CB-9FC0-E0AB4A9270F6}" presName="tx1" presStyleLbl="revTx" presStyleIdx="4" presStyleCnt="5"/>
      <dgm:spPr/>
    </dgm:pt>
    <dgm:pt modelId="{8ABAAEA1-E930-4F91-B1D8-5C4858C91EFD}" type="pres">
      <dgm:prSet presAssocID="{2122F830-CF43-49CB-9FC0-E0AB4A9270F6}" presName="vert1" presStyleCnt="0"/>
      <dgm:spPr/>
    </dgm:pt>
  </dgm:ptLst>
  <dgm:cxnLst>
    <dgm:cxn modelId="{515D8309-B091-4276-8272-176A3AC57360}" type="presOf" srcId="{9E6CD45C-07F0-4405-9275-6E0A1F534B83}" destId="{BCAC75A1-172A-43B7-85E7-D34E70A735A3}" srcOrd="0" destOrd="0" presId="urn:microsoft.com/office/officeart/2008/layout/LinedList"/>
    <dgm:cxn modelId="{984D1E30-5640-4A40-BB47-37596CA73044}" srcId="{9E6CD45C-07F0-4405-9275-6E0A1F534B83}" destId="{B3395F4E-E18F-49F8-BCF3-5F8658E12FC1}" srcOrd="0" destOrd="0" parTransId="{4A988A7A-2607-4C57-94AD-FF3421013561}" sibTransId="{EA023782-D5DA-4297-B575-0EE83B89DADD}"/>
    <dgm:cxn modelId="{0C9CE243-ED85-44A2-810B-A88AE0041487}" srcId="{9E6CD45C-07F0-4405-9275-6E0A1F534B83}" destId="{2122F830-CF43-49CB-9FC0-E0AB4A9270F6}" srcOrd="4" destOrd="0" parTransId="{0235D434-2BED-4C63-BCF1-B727C5E5B769}" sibTransId="{44453EC0-50C6-44E7-96D1-0B56AE23D1B1}"/>
    <dgm:cxn modelId="{71CA8766-3341-4D9A-8292-E86E1FC189B5}" srcId="{9E6CD45C-07F0-4405-9275-6E0A1F534B83}" destId="{B455EC2E-BB20-4EEA-A505-A753E78C6DBB}" srcOrd="3" destOrd="0" parTransId="{AC298B3B-E494-4A6D-BEF0-9229364EC401}" sibTransId="{E2F82FF5-9E7E-4985-8279-01F9B4048243}"/>
    <dgm:cxn modelId="{96ECD954-2A60-4AA5-B57A-3C9DF1091562}" srcId="{9E6CD45C-07F0-4405-9275-6E0A1F534B83}" destId="{4F640399-1FF3-441F-B3EB-4365EF0FEF1A}" srcOrd="2" destOrd="0" parTransId="{F6FC48D8-28DB-47BC-BCA0-127E7E80CEA2}" sibTransId="{B93D9FF4-A24B-46F1-94CF-507ADA1C84F8}"/>
    <dgm:cxn modelId="{C9F0C956-80C6-471A-A683-E29F0B227B6A}" type="presOf" srcId="{4F640399-1FF3-441F-B3EB-4365EF0FEF1A}" destId="{7F6FBAAA-01E7-4512-83E2-4902E390438D}" srcOrd="0" destOrd="0" presId="urn:microsoft.com/office/officeart/2008/layout/LinedList"/>
    <dgm:cxn modelId="{4DE028B2-2550-4833-9D88-77D730DFB1D7}" type="presOf" srcId="{B3395F4E-E18F-49F8-BCF3-5F8658E12FC1}" destId="{970CD4D7-BB01-48FF-9995-7D421AA1AAD7}" srcOrd="0" destOrd="0" presId="urn:microsoft.com/office/officeart/2008/layout/LinedList"/>
    <dgm:cxn modelId="{2D1857BF-4D4F-41EF-8D3A-BCD16A4D949A}" type="presOf" srcId="{2122F830-CF43-49CB-9FC0-E0AB4A9270F6}" destId="{AF82153E-939B-4F05-BAAD-0F522A193BC8}" srcOrd="0" destOrd="0" presId="urn:microsoft.com/office/officeart/2008/layout/LinedList"/>
    <dgm:cxn modelId="{2B6B9FE0-D0EC-4BBD-8B47-4BE430277BE7}" srcId="{9E6CD45C-07F0-4405-9275-6E0A1F534B83}" destId="{90487AD1-B4AC-4F0A-9823-2CB4E66C1ED0}" srcOrd="1" destOrd="0" parTransId="{4771485A-35CD-403C-9B63-BDE5B18672BD}" sibTransId="{4E0196B6-D21A-496A-AE0D-CA13753DAF8D}"/>
    <dgm:cxn modelId="{2FF60FF1-07E6-48D4-8E60-B0A627AB7722}" type="presOf" srcId="{B455EC2E-BB20-4EEA-A505-A753E78C6DBB}" destId="{4D5CEB5E-D85F-464D-8E0B-AFF8C5989CE3}" srcOrd="0" destOrd="0" presId="urn:microsoft.com/office/officeart/2008/layout/LinedList"/>
    <dgm:cxn modelId="{C795EDFE-8215-4D68-A272-72A026580362}" type="presOf" srcId="{90487AD1-B4AC-4F0A-9823-2CB4E66C1ED0}" destId="{440E0A2D-BE74-4ACF-8E83-EFB78A0C006F}" srcOrd="0" destOrd="0" presId="urn:microsoft.com/office/officeart/2008/layout/LinedList"/>
    <dgm:cxn modelId="{6087F710-5022-41D4-8B10-A780076002B8}" type="presParOf" srcId="{BCAC75A1-172A-43B7-85E7-D34E70A735A3}" destId="{35888E45-C024-48E3-AA47-6FC9D6EA2AD3}" srcOrd="0" destOrd="0" presId="urn:microsoft.com/office/officeart/2008/layout/LinedList"/>
    <dgm:cxn modelId="{35317A98-CC65-4853-86B6-5C102EDF03E9}" type="presParOf" srcId="{BCAC75A1-172A-43B7-85E7-D34E70A735A3}" destId="{95E7D543-CF0E-4F3C-BB42-65D705BF335F}" srcOrd="1" destOrd="0" presId="urn:microsoft.com/office/officeart/2008/layout/LinedList"/>
    <dgm:cxn modelId="{14160D59-A879-4BE1-ADF0-E84B9A1B65F5}" type="presParOf" srcId="{95E7D543-CF0E-4F3C-BB42-65D705BF335F}" destId="{970CD4D7-BB01-48FF-9995-7D421AA1AAD7}" srcOrd="0" destOrd="0" presId="urn:microsoft.com/office/officeart/2008/layout/LinedList"/>
    <dgm:cxn modelId="{3A01968E-C061-4632-9A8A-41B8FC25AFE8}" type="presParOf" srcId="{95E7D543-CF0E-4F3C-BB42-65D705BF335F}" destId="{0C4451B6-EEDF-4E2A-A64F-E4EE469F0819}" srcOrd="1" destOrd="0" presId="urn:microsoft.com/office/officeart/2008/layout/LinedList"/>
    <dgm:cxn modelId="{0162D8EF-A96D-4602-B239-BDDAAD9C0113}" type="presParOf" srcId="{BCAC75A1-172A-43B7-85E7-D34E70A735A3}" destId="{2FCB6642-E3FD-4E28-BF03-54E6F1887CD4}" srcOrd="2" destOrd="0" presId="urn:microsoft.com/office/officeart/2008/layout/LinedList"/>
    <dgm:cxn modelId="{2614EF9B-CE6C-4150-AAF3-ADB30A93C545}" type="presParOf" srcId="{BCAC75A1-172A-43B7-85E7-D34E70A735A3}" destId="{62B79BD4-AC42-464D-A016-1EC892F2DECD}" srcOrd="3" destOrd="0" presId="urn:microsoft.com/office/officeart/2008/layout/LinedList"/>
    <dgm:cxn modelId="{A80BC7D5-DA3B-4887-8DD5-6CED104B4F77}" type="presParOf" srcId="{62B79BD4-AC42-464D-A016-1EC892F2DECD}" destId="{440E0A2D-BE74-4ACF-8E83-EFB78A0C006F}" srcOrd="0" destOrd="0" presId="urn:microsoft.com/office/officeart/2008/layout/LinedList"/>
    <dgm:cxn modelId="{737CF941-D4FC-49DB-8FC6-666B4F4C24FF}" type="presParOf" srcId="{62B79BD4-AC42-464D-A016-1EC892F2DECD}" destId="{4980892E-39C1-4B21-BE14-669880949231}" srcOrd="1" destOrd="0" presId="urn:microsoft.com/office/officeart/2008/layout/LinedList"/>
    <dgm:cxn modelId="{7C28BACB-83F4-4DF8-916E-BA62BD6291D3}" type="presParOf" srcId="{BCAC75A1-172A-43B7-85E7-D34E70A735A3}" destId="{245F02DC-6D8E-48CC-934C-8B2535106834}" srcOrd="4" destOrd="0" presId="urn:microsoft.com/office/officeart/2008/layout/LinedList"/>
    <dgm:cxn modelId="{F446B347-C5C3-48D9-97DF-76129FEB8F66}" type="presParOf" srcId="{BCAC75A1-172A-43B7-85E7-D34E70A735A3}" destId="{962D31A3-C572-4F3F-B20B-6C33C72FC8C7}" srcOrd="5" destOrd="0" presId="urn:microsoft.com/office/officeart/2008/layout/LinedList"/>
    <dgm:cxn modelId="{2348BBF2-EC08-4F5D-B040-2A8875B65BA5}" type="presParOf" srcId="{962D31A3-C572-4F3F-B20B-6C33C72FC8C7}" destId="{7F6FBAAA-01E7-4512-83E2-4902E390438D}" srcOrd="0" destOrd="0" presId="urn:microsoft.com/office/officeart/2008/layout/LinedList"/>
    <dgm:cxn modelId="{12ECA940-A1C0-4797-996E-6831517F60CE}" type="presParOf" srcId="{962D31A3-C572-4F3F-B20B-6C33C72FC8C7}" destId="{FADAEEAA-41C6-47DC-A7A7-010945B9A2DF}" srcOrd="1" destOrd="0" presId="urn:microsoft.com/office/officeart/2008/layout/LinedList"/>
    <dgm:cxn modelId="{917BB1DD-0C2F-4484-B688-857A2DD49643}" type="presParOf" srcId="{BCAC75A1-172A-43B7-85E7-D34E70A735A3}" destId="{CC83498E-9236-46D0-B1C4-2A78257BD381}" srcOrd="6" destOrd="0" presId="urn:microsoft.com/office/officeart/2008/layout/LinedList"/>
    <dgm:cxn modelId="{1C4D556E-9690-4C75-9D82-D2440EDFCA08}" type="presParOf" srcId="{BCAC75A1-172A-43B7-85E7-D34E70A735A3}" destId="{B719539D-4C8B-49C8-B2F2-B67BE33D71DA}" srcOrd="7" destOrd="0" presId="urn:microsoft.com/office/officeart/2008/layout/LinedList"/>
    <dgm:cxn modelId="{3765634D-00F9-4E92-A17F-44647F19B836}" type="presParOf" srcId="{B719539D-4C8B-49C8-B2F2-B67BE33D71DA}" destId="{4D5CEB5E-D85F-464D-8E0B-AFF8C5989CE3}" srcOrd="0" destOrd="0" presId="urn:microsoft.com/office/officeart/2008/layout/LinedList"/>
    <dgm:cxn modelId="{ED9DD873-BB13-4D89-AF9E-CD0571EE9FCC}" type="presParOf" srcId="{B719539D-4C8B-49C8-B2F2-B67BE33D71DA}" destId="{FEB284BC-7417-4FF6-B675-83C54ED8DA28}" srcOrd="1" destOrd="0" presId="urn:microsoft.com/office/officeart/2008/layout/LinedList"/>
    <dgm:cxn modelId="{C2A91979-E5D8-4C79-9BD8-DBBDDA8067F6}" type="presParOf" srcId="{BCAC75A1-172A-43B7-85E7-D34E70A735A3}" destId="{BF98D421-EE5C-4A1E-8B77-FA36EA6482FE}" srcOrd="8" destOrd="0" presId="urn:microsoft.com/office/officeart/2008/layout/LinedList"/>
    <dgm:cxn modelId="{798BA11F-E184-4510-B8C8-A97E2355A39C}" type="presParOf" srcId="{BCAC75A1-172A-43B7-85E7-D34E70A735A3}" destId="{7D56E248-2D89-41C9-9481-6489BBF0CCBD}" srcOrd="9" destOrd="0" presId="urn:microsoft.com/office/officeart/2008/layout/LinedList"/>
    <dgm:cxn modelId="{262ED803-C8C3-42DC-ACF7-3F1771B7C2AF}" type="presParOf" srcId="{7D56E248-2D89-41C9-9481-6489BBF0CCBD}" destId="{AF82153E-939B-4F05-BAAD-0F522A193BC8}" srcOrd="0" destOrd="0" presId="urn:microsoft.com/office/officeart/2008/layout/LinedList"/>
    <dgm:cxn modelId="{36A099C4-9DF5-4363-B06C-4DF2B9BD630E}" type="presParOf" srcId="{7D56E248-2D89-41C9-9481-6489BBF0CCBD}" destId="{8ABAAEA1-E930-4F91-B1D8-5C4858C91EF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BA4F7851-A3B7-48A6-9363-BE5C5C381E8B}" type="doc">
      <dgm:prSet loTypeId="urn:microsoft.com/office/officeart/2008/layout/LinedList" loCatId="list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DC1A6F3D-065F-4683-9FED-72E654487DC8}">
      <dgm:prSet/>
      <dgm:spPr/>
      <dgm:t>
        <a:bodyPr/>
        <a:lstStyle/>
        <a:p>
          <a:pPr>
            <a:defRPr cap="all"/>
          </a:pPr>
          <a:r>
            <a:rPr lang="en-US" b="1" dirty="0"/>
            <a:t>Slide 16 — Final Message</a:t>
          </a:r>
          <a:endParaRPr lang="en-US" dirty="0"/>
        </a:p>
      </dgm:t>
    </dgm:pt>
    <dgm:pt modelId="{AD521E8A-1189-4BFC-AF47-0E390284FB1F}" type="parTrans" cxnId="{E33EE172-8EAD-4322-85D0-F15D845D13A4}">
      <dgm:prSet/>
      <dgm:spPr/>
      <dgm:t>
        <a:bodyPr/>
        <a:lstStyle/>
        <a:p>
          <a:endParaRPr lang="en-US"/>
        </a:p>
      </dgm:t>
    </dgm:pt>
    <dgm:pt modelId="{227ED0C8-A905-49CB-BE89-136758A5CC97}" type="sibTrans" cxnId="{E33EE172-8EAD-4322-85D0-F15D845D13A4}">
      <dgm:prSet/>
      <dgm:spPr/>
      <dgm:t>
        <a:bodyPr/>
        <a:lstStyle/>
        <a:p>
          <a:endParaRPr lang="en-US"/>
        </a:p>
      </dgm:t>
    </dgm:pt>
    <dgm:pt modelId="{221609BB-71E3-4DE6-BA47-EB5CF6F19AB7}">
      <dgm:prSet/>
      <dgm:spPr/>
      <dgm:t>
        <a:bodyPr/>
        <a:lstStyle/>
        <a:p>
          <a:pPr>
            <a:defRPr cap="all"/>
          </a:pPr>
          <a:r>
            <a:rPr lang="en-US" b="1" dirty="0" err="1"/>
            <a:t>TrustKYC</a:t>
          </a:r>
          <a:r>
            <a:rPr lang="en-US" b="1" dirty="0"/>
            <a:t> enables secure, reusable, and consent-driven identity verification — building a more trusted and frictionless digital financial system for India.</a:t>
          </a:r>
          <a:endParaRPr lang="en-US" dirty="0"/>
        </a:p>
      </dgm:t>
    </dgm:pt>
    <dgm:pt modelId="{F583431E-31E0-4249-813E-18FE7E6DB429}" type="parTrans" cxnId="{D1B3029F-37EF-49A9-8D6B-EED4C895D8B7}">
      <dgm:prSet/>
      <dgm:spPr/>
      <dgm:t>
        <a:bodyPr/>
        <a:lstStyle/>
        <a:p>
          <a:endParaRPr lang="en-US"/>
        </a:p>
      </dgm:t>
    </dgm:pt>
    <dgm:pt modelId="{C932C71A-B44A-433F-8DE9-2A3BB56B0CB4}" type="sibTrans" cxnId="{D1B3029F-37EF-49A9-8D6B-EED4C895D8B7}">
      <dgm:prSet/>
      <dgm:spPr/>
      <dgm:t>
        <a:bodyPr/>
        <a:lstStyle/>
        <a:p>
          <a:endParaRPr lang="en-US"/>
        </a:p>
      </dgm:t>
    </dgm:pt>
    <dgm:pt modelId="{5A4C4CFD-9F64-49BA-9362-1DF70DAEE11E}" type="pres">
      <dgm:prSet presAssocID="{BA4F7851-A3B7-48A6-9363-BE5C5C381E8B}" presName="vert0" presStyleCnt="0">
        <dgm:presLayoutVars>
          <dgm:dir/>
          <dgm:animOne val="branch"/>
          <dgm:animLvl val="lvl"/>
        </dgm:presLayoutVars>
      </dgm:prSet>
      <dgm:spPr/>
    </dgm:pt>
    <dgm:pt modelId="{0121E1AC-CF82-4D2C-8557-8C1BD7310207}" type="pres">
      <dgm:prSet presAssocID="{DC1A6F3D-065F-4683-9FED-72E654487DC8}" presName="thickLine" presStyleLbl="alignNode1" presStyleIdx="0" presStyleCnt="2"/>
      <dgm:spPr/>
    </dgm:pt>
    <dgm:pt modelId="{F5B43BA8-A1FA-4275-A264-BD731DE18CB4}" type="pres">
      <dgm:prSet presAssocID="{DC1A6F3D-065F-4683-9FED-72E654487DC8}" presName="horz1" presStyleCnt="0"/>
      <dgm:spPr/>
    </dgm:pt>
    <dgm:pt modelId="{F2377472-337C-410C-BD37-C60E7A8DC3CF}" type="pres">
      <dgm:prSet presAssocID="{DC1A6F3D-065F-4683-9FED-72E654487DC8}" presName="tx1" presStyleLbl="revTx" presStyleIdx="0" presStyleCnt="2"/>
      <dgm:spPr/>
    </dgm:pt>
    <dgm:pt modelId="{2D63FE88-AE05-4791-B470-D46494A6CBC0}" type="pres">
      <dgm:prSet presAssocID="{DC1A6F3D-065F-4683-9FED-72E654487DC8}" presName="vert1" presStyleCnt="0"/>
      <dgm:spPr/>
    </dgm:pt>
    <dgm:pt modelId="{5E63E2B2-EB4C-467E-85AF-3879FCCE1287}" type="pres">
      <dgm:prSet presAssocID="{221609BB-71E3-4DE6-BA47-EB5CF6F19AB7}" presName="thickLine" presStyleLbl="alignNode1" presStyleIdx="1" presStyleCnt="2" custLinFactNeighborX="20347" custLinFactNeighborY="-70734"/>
      <dgm:spPr/>
    </dgm:pt>
    <dgm:pt modelId="{88974D09-B645-4629-A520-EA89C4BAA28A}" type="pres">
      <dgm:prSet presAssocID="{221609BB-71E3-4DE6-BA47-EB5CF6F19AB7}" presName="horz1" presStyleCnt="0"/>
      <dgm:spPr/>
    </dgm:pt>
    <dgm:pt modelId="{345883CE-F54C-40AC-A278-9ECCC8D563A0}" type="pres">
      <dgm:prSet presAssocID="{221609BB-71E3-4DE6-BA47-EB5CF6F19AB7}" presName="tx1" presStyleLbl="revTx" presStyleIdx="1" presStyleCnt="2" custScaleY="443750"/>
      <dgm:spPr/>
    </dgm:pt>
    <dgm:pt modelId="{77B28912-D0AE-47BB-9B6F-9A042BF94EC4}" type="pres">
      <dgm:prSet presAssocID="{221609BB-71E3-4DE6-BA47-EB5CF6F19AB7}" presName="vert1" presStyleCnt="0"/>
      <dgm:spPr/>
    </dgm:pt>
  </dgm:ptLst>
  <dgm:cxnLst>
    <dgm:cxn modelId="{CEE5352B-FF81-4804-AC06-0B46A63ADBA0}" type="presOf" srcId="{BA4F7851-A3B7-48A6-9363-BE5C5C381E8B}" destId="{5A4C4CFD-9F64-49BA-9362-1DF70DAEE11E}" srcOrd="0" destOrd="0" presId="urn:microsoft.com/office/officeart/2008/layout/LinedList"/>
    <dgm:cxn modelId="{E33EE172-8EAD-4322-85D0-F15D845D13A4}" srcId="{BA4F7851-A3B7-48A6-9363-BE5C5C381E8B}" destId="{DC1A6F3D-065F-4683-9FED-72E654487DC8}" srcOrd="0" destOrd="0" parTransId="{AD521E8A-1189-4BFC-AF47-0E390284FB1F}" sibTransId="{227ED0C8-A905-49CB-BE89-136758A5CC97}"/>
    <dgm:cxn modelId="{37CAFC52-DF9E-40C8-BEE6-FA1A35010247}" type="presOf" srcId="{221609BB-71E3-4DE6-BA47-EB5CF6F19AB7}" destId="{345883CE-F54C-40AC-A278-9ECCC8D563A0}" srcOrd="0" destOrd="0" presId="urn:microsoft.com/office/officeart/2008/layout/LinedList"/>
    <dgm:cxn modelId="{5DB3F67E-8AA1-4C64-9D9E-789DF57DA225}" type="presOf" srcId="{DC1A6F3D-065F-4683-9FED-72E654487DC8}" destId="{F2377472-337C-410C-BD37-C60E7A8DC3CF}" srcOrd="0" destOrd="0" presId="urn:microsoft.com/office/officeart/2008/layout/LinedList"/>
    <dgm:cxn modelId="{D1B3029F-37EF-49A9-8D6B-EED4C895D8B7}" srcId="{BA4F7851-A3B7-48A6-9363-BE5C5C381E8B}" destId="{221609BB-71E3-4DE6-BA47-EB5CF6F19AB7}" srcOrd="1" destOrd="0" parTransId="{F583431E-31E0-4249-813E-18FE7E6DB429}" sibTransId="{C932C71A-B44A-433F-8DE9-2A3BB56B0CB4}"/>
    <dgm:cxn modelId="{7588885E-9E12-435A-B229-93E8806329C3}" type="presParOf" srcId="{5A4C4CFD-9F64-49BA-9362-1DF70DAEE11E}" destId="{0121E1AC-CF82-4D2C-8557-8C1BD7310207}" srcOrd="0" destOrd="0" presId="urn:microsoft.com/office/officeart/2008/layout/LinedList"/>
    <dgm:cxn modelId="{E0C36859-38A8-4721-BBF2-EC217AB1A1F9}" type="presParOf" srcId="{5A4C4CFD-9F64-49BA-9362-1DF70DAEE11E}" destId="{F5B43BA8-A1FA-4275-A264-BD731DE18CB4}" srcOrd="1" destOrd="0" presId="urn:microsoft.com/office/officeart/2008/layout/LinedList"/>
    <dgm:cxn modelId="{7850F496-67C4-448D-9B58-904B2745E852}" type="presParOf" srcId="{F5B43BA8-A1FA-4275-A264-BD731DE18CB4}" destId="{F2377472-337C-410C-BD37-C60E7A8DC3CF}" srcOrd="0" destOrd="0" presId="urn:microsoft.com/office/officeart/2008/layout/LinedList"/>
    <dgm:cxn modelId="{F35D23EA-73F5-443D-AC86-BD4982596966}" type="presParOf" srcId="{F5B43BA8-A1FA-4275-A264-BD731DE18CB4}" destId="{2D63FE88-AE05-4791-B470-D46494A6CBC0}" srcOrd="1" destOrd="0" presId="urn:microsoft.com/office/officeart/2008/layout/LinedList"/>
    <dgm:cxn modelId="{05804FB0-1F63-4AF1-97E6-BCD0F3ED3F94}" type="presParOf" srcId="{5A4C4CFD-9F64-49BA-9362-1DF70DAEE11E}" destId="{5E63E2B2-EB4C-467E-85AF-3879FCCE1287}" srcOrd="2" destOrd="0" presId="urn:microsoft.com/office/officeart/2008/layout/LinedList"/>
    <dgm:cxn modelId="{002CB90E-2B03-4460-A218-EB2AF501DB31}" type="presParOf" srcId="{5A4C4CFD-9F64-49BA-9362-1DF70DAEE11E}" destId="{88974D09-B645-4629-A520-EA89C4BAA28A}" srcOrd="3" destOrd="0" presId="urn:microsoft.com/office/officeart/2008/layout/LinedList"/>
    <dgm:cxn modelId="{F27BD27E-F0EF-4636-96D1-D8CC8265313D}" type="presParOf" srcId="{88974D09-B645-4629-A520-EA89C4BAA28A}" destId="{345883CE-F54C-40AC-A278-9ECCC8D563A0}" srcOrd="0" destOrd="0" presId="urn:microsoft.com/office/officeart/2008/layout/LinedList"/>
    <dgm:cxn modelId="{949FECB9-8EA8-4239-BDFB-5C1290EE607A}" type="presParOf" srcId="{88974D09-B645-4629-A520-EA89C4BAA28A}" destId="{77B28912-D0AE-47BB-9B6F-9A042BF94EC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4350ED-C769-48F3-A870-CE4D3B9BD36A}">
      <dsp:nvSpPr>
        <dsp:cNvPr id="0" name=""/>
        <dsp:cNvSpPr/>
      </dsp:nvSpPr>
      <dsp:spPr>
        <a:xfrm>
          <a:off x="1172" y="267452"/>
          <a:ext cx="4113795" cy="26122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05D564-15AD-4DEF-BD8D-A56FBF7AE0A8}">
      <dsp:nvSpPr>
        <dsp:cNvPr id="0" name=""/>
        <dsp:cNvSpPr/>
      </dsp:nvSpPr>
      <dsp:spPr>
        <a:xfrm>
          <a:off x="458260" y="701686"/>
          <a:ext cx="4113795" cy="261226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 dirty="0"/>
        </a:p>
      </dsp:txBody>
      <dsp:txXfrm>
        <a:off x="534770" y="778196"/>
        <a:ext cx="3960775" cy="2459240"/>
      </dsp:txXfrm>
    </dsp:sp>
    <dsp:sp modelId="{6BB4AE56-E641-43AD-9D87-D27F39BF0EE7}">
      <dsp:nvSpPr>
        <dsp:cNvPr id="0" name=""/>
        <dsp:cNvSpPr/>
      </dsp:nvSpPr>
      <dsp:spPr>
        <a:xfrm>
          <a:off x="5029144" y="267452"/>
          <a:ext cx="4113795" cy="26122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8B8292-BCEA-4DD1-9979-074D19FEFE1D}">
      <dsp:nvSpPr>
        <dsp:cNvPr id="0" name=""/>
        <dsp:cNvSpPr/>
      </dsp:nvSpPr>
      <dsp:spPr>
        <a:xfrm>
          <a:off x="5486232" y="701686"/>
          <a:ext cx="4113795" cy="261226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✔ Project Name: </a:t>
          </a:r>
          <a:r>
            <a:rPr lang="en-US" sz="2300" b="1" kern="1200"/>
            <a:t>TrustKYC</a:t>
          </a:r>
          <a:br>
            <a:rPr lang="en-US" sz="2300" kern="1200"/>
          </a:br>
          <a:r>
            <a:rPr lang="en-US" sz="2300" kern="1200"/>
            <a:t>✔ Team Name: AI Innovation Team</a:t>
          </a:r>
          <a:br>
            <a:rPr lang="en-US" sz="2300" kern="1200"/>
          </a:br>
          <a:r>
            <a:rPr lang="en-US" sz="2300" kern="1200"/>
            <a:t>✔ Team Members: 2 Member</a:t>
          </a:r>
          <a:br>
            <a:rPr lang="en-US" sz="2300" kern="1200"/>
          </a:br>
          <a:r>
            <a:rPr lang="en-US" sz="2300" kern="1200"/>
            <a:t>✔ Submission Category: </a:t>
          </a:r>
          <a:r>
            <a:rPr lang="en-US" sz="2300" b="1" kern="1200"/>
            <a:t>Theme 1 — Tokenised KYC</a:t>
          </a:r>
          <a:endParaRPr lang="en-US" sz="2300" kern="1200"/>
        </a:p>
      </dsp:txBody>
      <dsp:txXfrm>
        <a:off x="5562742" y="778196"/>
        <a:ext cx="3960775" cy="24592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B3CD65-93D5-4200-AFCC-9850736F6FE6}">
      <dsp:nvSpPr>
        <dsp:cNvPr id="0" name=""/>
        <dsp:cNvSpPr/>
      </dsp:nvSpPr>
      <dsp:spPr>
        <a:xfrm>
          <a:off x="0" y="425881"/>
          <a:ext cx="9601200" cy="35291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Today in India, every bank, wallet, insurance provider, and financial application requires a separate KYC process.</a:t>
          </a:r>
          <a:endParaRPr lang="en-US" sz="1500" kern="1200"/>
        </a:p>
      </dsp:txBody>
      <dsp:txXfrm>
        <a:off x="17228" y="443109"/>
        <a:ext cx="9566744" cy="318463"/>
      </dsp:txXfrm>
    </dsp:sp>
    <dsp:sp modelId="{724A94CD-63DE-4129-8E42-5B8B64EC8E93}">
      <dsp:nvSpPr>
        <dsp:cNvPr id="0" name=""/>
        <dsp:cNvSpPr/>
      </dsp:nvSpPr>
      <dsp:spPr>
        <a:xfrm>
          <a:off x="0" y="822001"/>
          <a:ext cx="9601200" cy="352919"/>
        </a:xfrm>
        <a:prstGeom prst="roundRect">
          <a:avLst/>
        </a:prstGeom>
        <a:solidFill>
          <a:schemeClr val="accent5">
            <a:hueOff val="1472059"/>
            <a:satOff val="4793"/>
            <a:lumOff val="1667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This results in:</a:t>
          </a:r>
          <a:endParaRPr lang="en-US" sz="1500" kern="1200"/>
        </a:p>
      </dsp:txBody>
      <dsp:txXfrm>
        <a:off x="17228" y="839229"/>
        <a:ext cx="9566744" cy="318463"/>
      </dsp:txXfrm>
    </dsp:sp>
    <dsp:sp modelId="{70D3A923-9B62-4BDC-82B8-18B246452E1C}">
      <dsp:nvSpPr>
        <dsp:cNvPr id="0" name=""/>
        <dsp:cNvSpPr/>
      </dsp:nvSpPr>
      <dsp:spPr>
        <a:xfrm>
          <a:off x="0" y="1218120"/>
          <a:ext cx="9601200" cy="352919"/>
        </a:xfrm>
        <a:prstGeom prst="roundRect">
          <a:avLst/>
        </a:prstGeom>
        <a:solidFill>
          <a:schemeClr val="accent5">
            <a:hueOff val="2944118"/>
            <a:satOff val="9586"/>
            <a:lumOff val="3333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User onboarding friction</a:t>
          </a:r>
          <a:endParaRPr lang="en-US" sz="1500" kern="1200"/>
        </a:p>
      </dsp:txBody>
      <dsp:txXfrm>
        <a:off x="17228" y="1235348"/>
        <a:ext cx="9566744" cy="318463"/>
      </dsp:txXfrm>
    </dsp:sp>
    <dsp:sp modelId="{496B13CC-2CF7-4247-9FC6-AEE7F4241612}">
      <dsp:nvSpPr>
        <dsp:cNvPr id="0" name=""/>
        <dsp:cNvSpPr/>
      </dsp:nvSpPr>
      <dsp:spPr>
        <a:xfrm>
          <a:off x="0" y="1614240"/>
          <a:ext cx="9601200" cy="352919"/>
        </a:xfrm>
        <a:prstGeom prst="roundRect">
          <a:avLst/>
        </a:prstGeom>
        <a:solidFill>
          <a:schemeClr val="accent5">
            <a:hueOff val="4416178"/>
            <a:satOff val="14379"/>
            <a:lumOff val="500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Repeated verification cost</a:t>
          </a:r>
          <a:endParaRPr lang="en-US" sz="1500" kern="1200"/>
        </a:p>
      </dsp:txBody>
      <dsp:txXfrm>
        <a:off x="17228" y="1631468"/>
        <a:ext cx="9566744" cy="318463"/>
      </dsp:txXfrm>
    </dsp:sp>
    <dsp:sp modelId="{4CEC6020-E502-43B7-81B7-801B8AB3C372}">
      <dsp:nvSpPr>
        <dsp:cNvPr id="0" name=""/>
        <dsp:cNvSpPr/>
      </dsp:nvSpPr>
      <dsp:spPr>
        <a:xfrm>
          <a:off x="0" y="2010359"/>
          <a:ext cx="9601200" cy="352919"/>
        </a:xfrm>
        <a:prstGeom prst="roundRect">
          <a:avLst/>
        </a:prstGeom>
        <a:solidFill>
          <a:schemeClr val="accent5">
            <a:hueOff val="5888237"/>
            <a:satOff val="19172"/>
            <a:lumOff val="6667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Higher risk of identity exposure &amp; data leaks</a:t>
          </a:r>
          <a:endParaRPr lang="en-US" sz="1500" kern="1200"/>
        </a:p>
      </dsp:txBody>
      <dsp:txXfrm>
        <a:off x="17228" y="2027587"/>
        <a:ext cx="9566744" cy="318463"/>
      </dsp:txXfrm>
    </dsp:sp>
    <dsp:sp modelId="{8AC5CDD5-6C9F-46BD-B2BC-002569E37A33}">
      <dsp:nvSpPr>
        <dsp:cNvPr id="0" name=""/>
        <dsp:cNvSpPr/>
      </dsp:nvSpPr>
      <dsp:spPr>
        <a:xfrm>
          <a:off x="0" y="2406479"/>
          <a:ext cx="9601200" cy="352919"/>
        </a:xfrm>
        <a:prstGeom prst="roundRect">
          <a:avLst/>
        </a:prstGeom>
        <a:solidFill>
          <a:schemeClr val="accent5">
            <a:hueOff val="7360296"/>
            <a:satOff val="23965"/>
            <a:lumOff val="8333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Slow digital financial inclusion</a:t>
          </a:r>
          <a:endParaRPr lang="en-US" sz="1500" kern="1200"/>
        </a:p>
      </dsp:txBody>
      <dsp:txXfrm>
        <a:off x="17228" y="2423707"/>
        <a:ext cx="9566744" cy="318463"/>
      </dsp:txXfrm>
    </dsp:sp>
    <dsp:sp modelId="{E5CE0E6E-F8C6-49CD-89F1-698668D25515}">
      <dsp:nvSpPr>
        <dsp:cNvPr id="0" name=""/>
        <dsp:cNvSpPr/>
      </dsp:nvSpPr>
      <dsp:spPr>
        <a:xfrm>
          <a:off x="0" y="2802598"/>
          <a:ext cx="9601200" cy="352919"/>
        </a:xfrm>
        <a:prstGeom prst="roundRect">
          <a:avLst/>
        </a:prstGeom>
        <a:solidFill>
          <a:schemeClr val="accent5">
            <a:hueOff val="8832355"/>
            <a:satOff val="28758"/>
            <a:lumOff val="1000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/>
            <a:t>Repeated KYC effort = Over ₹100 crore annual cost to the financial ecosystem (estimated)</a:t>
          </a:r>
          <a:endParaRPr lang="en-US" sz="1500" kern="1200"/>
        </a:p>
      </dsp:txBody>
      <dsp:txXfrm>
        <a:off x="17228" y="2819826"/>
        <a:ext cx="9566744" cy="31846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7403C9-736D-4B09-8B83-D521670134A6}">
      <dsp:nvSpPr>
        <dsp:cNvPr id="0" name=""/>
        <dsp:cNvSpPr/>
      </dsp:nvSpPr>
      <dsp:spPr>
        <a:xfrm>
          <a:off x="1290599" y="223460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34925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3166BE-2F02-46A0-A564-D9873D5CFCE5}">
      <dsp:nvSpPr>
        <dsp:cNvPr id="0" name=""/>
        <dsp:cNvSpPr/>
      </dsp:nvSpPr>
      <dsp:spPr>
        <a:xfrm>
          <a:off x="102599" y="2637939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Slide 4 — Vision Statement</a:t>
          </a:r>
          <a:endParaRPr lang="en-US" sz="1800" kern="1200"/>
        </a:p>
      </dsp:txBody>
      <dsp:txXfrm>
        <a:off x="102599" y="2637939"/>
        <a:ext cx="4320000" cy="720000"/>
      </dsp:txXfrm>
    </dsp:sp>
    <dsp:sp modelId="{561E2EDA-4BEA-4274-8832-B99DD8C3BAB6}">
      <dsp:nvSpPr>
        <dsp:cNvPr id="0" name=""/>
        <dsp:cNvSpPr/>
      </dsp:nvSpPr>
      <dsp:spPr>
        <a:xfrm>
          <a:off x="6366600" y="223460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34925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8861E9-0419-4FED-9267-CC1A4B065628}">
      <dsp:nvSpPr>
        <dsp:cNvPr id="0" name=""/>
        <dsp:cNvSpPr/>
      </dsp:nvSpPr>
      <dsp:spPr>
        <a:xfrm>
          <a:off x="5178600" y="2637939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“To create a reusable digital KYC identity token controlled by the user and accepted across all financial institutions in India.”</a:t>
          </a:r>
        </a:p>
      </dsp:txBody>
      <dsp:txXfrm>
        <a:off x="5178600" y="2637939"/>
        <a:ext cx="432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12269E-351C-4BF8-95BA-9C6576DDC182}">
      <dsp:nvSpPr>
        <dsp:cNvPr id="0" name=""/>
        <dsp:cNvSpPr/>
      </dsp:nvSpPr>
      <dsp:spPr>
        <a:xfrm>
          <a:off x="0" y="437"/>
          <a:ext cx="960120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1E96ED-B4A1-4596-A80E-3FDE7C479305}">
      <dsp:nvSpPr>
        <dsp:cNvPr id="0" name=""/>
        <dsp:cNvSpPr/>
      </dsp:nvSpPr>
      <dsp:spPr>
        <a:xfrm>
          <a:off x="0" y="437"/>
          <a:ext cx="9601200" cy="5115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/>
            <a:t>Slide 5 — Solution Concept: TrustKYC</a:t>
          </a:r>
          <a:endParaRPr lang="en-US" sz="2200" kern="1200"/>
        </a:p>
      </dsp:txBody>
      <dsp:txXfrm>
        <a:off x="0" y="437"/>
        <a:ext cx="9601200" cy="511503"/>
      </dsp:txXfrm>
    </dsp:sp>
    <dsp:sp modelId="{D720B5F4-8443-4B07-8BF0-F34DE79E33AA}">
      <dsp:nvSpPr>
        <dsp:cNvPr id="0" name=""/>
        <dsp:cNvSpPr/>
      </dsp:nvSpPr>
      <dsp:spPr>
        <a:xfrm>
          <a:off x="0" y="511940"/>
          <a:ext cx="960120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E1C068-DAE0-45E3-A63E-309562D3AF0B}">
      <dsp:nvSpPr>
        <dsp:cNvPr id="0" name=""/>
        <dsp:cNvSpPr/>
      </dsp:nvSpPr>
      <dsp:spPr>
        <a:xfrm>
          <a:off x="0" y="511940"/>
          <a:ext cx="9601200" cy="5115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Our solution introduces a secure and reusable KYC token model that supports:</a:t>
          </a:r>
          <a:endParaRPr lang="en-US" sz="2200" kern="1200"/>
        </a:p>
      </dsp:txBody>
      <dsp:txXfrm>
        <a:off x="0" y="511940"/>
        <a:ext cx="9601200" cy="511503"/>
      </dsp:txXfrm>
    </dsp:sp>
    <dsp:sp modelId="{6B392BA1-47B3-4861-95ED-FBC50F099162}">
      <dsp:nvSpPr>
        <dsp:cNvPr id="0" name=""/>
        <dsp:cNvSpPr/>
      </dsp:nvSpPr>
      <dsp:spPr>
        <a:xfrm>
          <a:off x="0" y="1023444"/>
          <a:ext cx="960120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172697-E90B-4C3A-B932-49FD1A6EE572}">
      <dsp:nvSpPr>
        <dsp:cNvPr id="0" name=""/>
        <dsp:cNvSpPr/>
      </dsp:nvSpPr>
      <dsp:spPr>
        <a:xfrm>
          <a:off x="0" y="1023444"/>
          <a:ext cx="9601200" cy="5115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✔ One-time KYC verification</a:t>
          </a:r>
          <a:endParaRPr lang="en-US" sz="2200" kern="1200"/>
        </a:p>
      </dsp:txBody>
      <dsp:txXfrm>
        <a:off x="0" y="1023444"/>
        <a:ext cx="9601200" cy="511503"/>
      </dsp:txXfrm>
    </dsp:sp>
    <dsp:sp modelId="{727C4677-A303-43D0-9E95-A5356A93787F}">
      <dsp:nvSpPr>
        <dsp:cNvPr id="0" name=""/>
        <dsp:cNvSpPr/>
      </dsp:nvSpPr>
      <dsp:spPr>
        <a:xfrm>
          <a:off x="0" y="1534948"/>
          <a:ext cx="960120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651836-41A4-4DE9-8119-BB1727DDB951}">
      <dsp:nvSpPr>
        <dsp:cNvPr id="0" name=""/>
        <dsp:cNvSpPr/>
      </dsp:nvSpPr>
      <dsp:spPr>
        <a:xfrm>
          <a:off x="0" y="1534948"/>
          <a:ext cx="9601200" cy="5115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✔ Secure encrypted identity tokens</a:t>
          </a:r>
          <a:endParaRPr lang="en-US" sz="2200" kern="1200"/>
        </a:p>
      </dsp:txBody>
      <dsp:txXfrm>
        <a:off x="0" y="1534948"/>
        <a:ext cx="9601200" cy="511503"/>
      </dsp:txXfrm>
    </dsp:sp>
    <dsp:sp modelId="{DE5546DA-7CC3-4A12-8571-0214791E58F0}">
      <dsp:nvSpPr>
        <dsp:cNvPr id="0" name=""/>
        <dsp:cNvSpPr/>
      </dsp:nvSpPr>
      <dsp:spPr>
        <a:xfrm>
          <a:off x="0" y="2046451"/>
          <a:ext cx="960120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2AEFCD-233B-4BE6-90AB-CEDBA1FA0900}">
      <dsp:nvSpPr>
        <dsp:cNvPr id="0" name=""/>
        <dsp:cNvSpPr/>
      </dsp:nvSpPr>
      <dsp:spPr>
        <a:xfrm>
          <a:off x="0" y="2046451"/>
          <a:ext cx="9601200" cy="5115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✔ Consent-driven data sharing</a:t>
          </a:r>
          <a:endParaRPr lang="en-US" sz="2200" kern="1200"/>
        </a:p>
      </dsp:txBody>
      <dsp:txXfrm>
        <a:off x="0" y="2046451"/>
        <a:ext cx="9601200" cy="511503"/>
      </dsp:txXfrm>
    </dsp:sp>
    <dsp:sp modelId="{B9548C92-63FB-4D7E-A4DD-692FD0832611}">
      <dsp:nvSpPr>
        <dsp:cNvPr id="0" name=""/>
        <dsp:cNvSpPr/>
      </dsp:nvSpPr>
      <dsp:spPr>
        <a:xfrm>
          <a:off x="0" y="2557955"/>
          <a:ext cx="960120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CFB211-2B58-49ED-B8A8-9E5D26DC9F0C}">
      <dsp:nvSpPr>
        <dsp:cNvPr id="0" name=""/>
        <dsp:cNvSpPr/>
      </dsp:nvSpPr>
      <dsp:spPr>
        <a:xfrm>
          <a:off x="0" y="2557955"/>
          <a:ext cx="9601200" cy="5115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✔ Tamper-proof verification with audit logs</a:t>
          </a:r>
          <a:endParaRPr lang="en-US" sz="2200" kern="1200"/>
        </a:p>
      </dsp:txBody>
      <dsp:txXfrm>
        <a:off x="0" y="2557955"/>
        <a:ext cx="9601200" cy="511503"/>
      </dsp:txXfrm>
    </dsp:sp>
    <dsp:sp modelId="{56C0659F-1B52-4421-B3DB-0A57F67D0FD4}">
      <dsp:nvSpPr>
        <dsp:cNvPr id="0" name=""/>
        <dsp:cNvSpPr/>
      </dsp:nvSpPr>
      <dsp:spPr>
        <a:xfrm>
          <a:off x="0" y="3069459"/>
          <a:ext cx="960120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7F58E7-1C45-4FBB-9CDB-E82E1D111EE7}">
      <dsp:nvSpPr>
        <dsp:cNvPr id="0" name=""/>
        <dsp:cNvSpPr/>
      </dsp:nvSpPr>
      <dsp:spPr>
        <a:xfrm>
          <a:off x="0" y="3069459"/>
          <a:ext cx="9601200" cy="5115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✔ Interoperability with Aadhaar, DigiLocker, and CKYCR</a:t>
          </a:r>
          <a:endParaRPr lang="en-US" sz="2200" kern="1200"/>
        </a:p>
      </dsp:txBody>
      <dsp:txXfrm>
        <a:off x="0" y="3069459"/>
        <a:ext cx="9601200" cy="51150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F3AC1D-EE01-4184-84D9-EB1FFA90543E}">
      <dsp:nvSpPr>
        <dsp:cNvPr id="0" name=""/>
        <dsp:cNvSpPr/>
      </dsp:nvSpPr>
      <dsp:spPr>
        <a:xfrm>
          <a:off x="955314" y="2195"/>
          <a:ext cx="1788504" cy="107310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Slide 7 — Workflow Summary</a:t>
          </a:r>
          <a:endParaRPr lang="en-US" sz="1800" kern="1200"/>
        </a:p>
      </dsp:txBody>
      <dsp:txXfrm>
        <a:off x="955314" y="2195"/>
        <a:ext cx="1788504" cy="1073102"/>
      </dsp:txXfrm>
    </dsp:sp>
    <dsp:sp modelId="{3DFD61A8-FB49-4D01-AC36-2054060D60AD}">
      <dsp:nvSpPr>
        <dsp:cNvPr id="0" name=""/>
        <dsp:cNvSpPr/>
      </dsp:nvSpPr>
      <dsp:spPr>
        <a:xfrm>
          <a:off x="2922669" y="2195"/>
          <a:ext cx="1788504" cy="1073102"/>
        </a:xfrm>
        <a:prstGeom prst="rect">
          <a:avLst/>
        </a:prstGeom>
        <a:solidFill>
          <a:schemeClr val="accent2">
            <a:hueOff val="-15059"/>
            <a:satOff val="-4940"/>
            <a:lumOff val="-180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User Onboarding</a:t>
          </a:r>
          <a:endParaRPr lang="en-US" sz="1800" kern="1200"/>
        </a:p>
      </dsp:txBody>
      <dsp:txXfrm>
        <a:off x="2922669" y="2195"/>
        <a:ext cx="1788504" cy="1073102"/>
      </dsp:txXfrm>
    </dsp:sp>
    <dsp:sp modelId="{6787B02B-D485-4EA1-A500-773993E85F34}">
      <dsp:nvSpPr>
        <dsp:cNvPr id="0" name=""/>
        <dsp:cNvSpPr/>
      </dsp:nvSpPr>
      <dsp:spPr>
        <a:xfrm>
          <a:off x="4890025" y="2195"/>
          <a:ext cx="1788504" cy="1073102"/>
        </a:xfrm>
        <a:prstGeom prst="rect">
          <a:avLst/>
        </a:prstGeom>
        <a:solidFill>
          <a:schemeClr val="accent2">
            <a:hueOff val="-30119"/>
            <a:satOff val="-9879"/>
            <a:lumOff val="-3601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Aadhaar / DigiLocker-based identity authentication</a:t>
          </a:r>
          <a:endParaRPr lang="en-US" sz="1800" kern="1200"/>
        </a:p>
      </dsp:txBody>
      <dsp:txXfrm>
        <a:off x="4890025" y="2195"/>
        <a:ext cx="1788504" cy="1073102"/>
      </dsp:txXfrm>
    </dsp:sp>
    <dsp:sp modelId="{0EFE59BC-CBCD-438C-92D0-03A82382861A}">
      <dsp:nvSpPr>
        <dsp:cNvPr id="0" name=""/>
        <dsp:cNvSpPr/>
      </dsp:nvSpPr>
      <dsp:spPr>
        <a:xfrm>
          <a:off x="6857380" y="2195"/>
          <a:ext cx="1788504" cy="1073102"/>
        </a:xfrm>
        <a:prstGeom prst="rect">
          <a:avLst/>
        </a:prstGeom>
        <a:solidFill>
          <a:schemeClr val="accent2">
            <a:hueOff val="-45178"/>
            <a:satOff val="-14819"/>
            <a:lumOff val="-5401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KYC verification completed</a:t>
          </a:r>
          <a:endParaRPr lang="en-US" sz="1800" kern="1200"/>
        </a:p>
      </dsp:txBody>
      <dsp:txXfrm>
        <a:off x="6857380" y="2195"/>
        <a:ext cx="1788504" cy="1073102"/>
      </dsp:txXfrm>
    </dsp:sp>
    <dsp:sp modelId="{B916BEBB-C560-4833-BDB4-60C46E821327}">
      <dsp:nvSpPr>
        <dsp:cNvPr id="0" name=""/>
        <dsp:cNvSpPr/>
      </dsp:nvSpPr>
      <dsp:spPr>
        <a:xfrm>
          <a:off x="955314" y="1254148"/>
          <a:ext cx="1788504" cy="1073102"/>
        </a:xfrm>
        <a:prstGeom prst="rect">
          <a:avLst/>
        </a:prstGeom>
        <a:solidFill>
          <a:schemeClr val="accent2">
            <a:hueOff val="-60238"/>
            <a:satOff val="-19758"/>
            <a:lumOff val="-7201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Encrypted TrustKYC token generated</a:t>
          </a:r>
          <a:endParaRPr lang="en-US" sz="1800" kern="1200"/>
        </a:p>
      </dsp:txBody>
      <dsp:txXfrm>
        <a:off x="955314" y="1254148"/>
        <a:ext cx="1788504" cy="1073102"/>
      </dsp:txXfrm>
    </dsp:sp>
    <dsp:sp modelId="{F00351F6-86FA-40DB-A02C-D71E4A3216D7}">
      <dsp:nvSpPr>
        <dsp:cNvPr id="0" name=""/>
        <dsp:cNvSpPr/>
      </dsp:nvSpPr>
      <dsp:spPr>
        <a:xfrm>
          <a:off x="2922669" y="1254148"/>
          <a:ext cx="1788504" cy="1073102"/>
        </a:xfrm>
        <a:prstGeom prst="rect">
          <a:avLst/>
        </a:prstGeom>
        <a:solidFill>
          <a:schemeClr val="accent2">
            <a:hueOff val="-75297"/>
            <a:satOff val="-24698"/>
            <a:lumOff val="-9001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Sharing with a New Financial Institution</a:t>
          </a:r>
          <a:endParaRPr lang="en-US" sz="1800" kern="1200"/>
        </a:p>
      </dsp:txBody>
      <dsp:txXfrm>
        <a:off x="2922669" y="1254148"/>
        <a:ext cx="1788504" cy="1073102"/>
      </dsp:txXfrm>
    </dsp:sp>
    <dsp:sp modelId="{FAE3AE8F-2A8D-4135-A0DC-1B3CB0611E7F}">
      <dsp:nvSpPr>
        <dsp:cNvPr id="0" name=""/>
        <dsp:cNvSpPr/>
      </dsp:nvSpPr>
      <dsp:spPr>
        <a:xfrm>
          <a:off x="4890025" y="1254148"/>
          <a:ext cx="1788504" cy="1073102"/>
        </a:xfrm>
        <a:prstGeom prst="rect">
          <a:avLst/>
        </a:prstGeom>
        <a:solidFill>
          <a:schemeClr val="accent2">
            <a:hueOff val="-90357"/>
            <a:satOff val="-29637"/>
            <a:lumOff val="-10802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User shares token</a:t>
          </a:r>
          <a:endParaRPr lang="en-US" sz="1800" kern="1200"/>
        </a:p>
      </dsp:txBody>
      <dsp:txXfrm>
        <a:off x="4890025" y="1254148"/>
        <a:ext cx="1788504" cy="1073102"/>
      </dsp:txXfrm>
    </dsp:sp>
    <dsp:sp modelId="{96606551-F5B4-43FB-80DE-A1074055EEDA}">
      <dsp:nvSpPr>
        <dsp:cNvPr id="0" name=""/>
        <dsp:cNvSpPr/>
      </dsp:nvSpPr>
      <dsp:spPr>
        <a:xfrm>
          <a:off x="6857380" y="1254148"/>
          <a:ext cx="1788504" cy="1073102"/>
        </a:xfrm>
        <a:prstGeom prst="rect">
          <a:avLst/>
        </a:prstGeom>
        <a:solidFill>
          <a:schemeClr val="accent2">
            <a:hueOff val="-105416"/>
            <a:satOff val="-34577"/>
            <a:lumOff val="-12602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Institution verifies via TrustKYC API</a:t>
          </a:r>
          <a:endParaRPr lang="en-US" sz="1800" kern="1200"/>
        </a:p>
      </dsp:txBody>
      <dsp:txXfrm>
        <a:off x="6857380" y="1254148"/>
        <a:ext cx="1788504" cy="1073102"/>
      </dsp:txXfrm>
    </dsp:sp>
    <dsp:sp modelId="{781600C6-3EDF-4753-BAB6-165E02B5E864}">
      <dsp:nvSpPr>
        <dsp:cNvPr id="0" name=""/>
        <dsp:cNvSpPr/>
      </dsp:nvSpPr>
      <dsp:spPr>
        <a:xfrm>
          <a:off x="955314" y="2506101"/>
          <a:ext cx="1788504" cy="1073102"/>
        </a:xfrm>
        <a:prstGeom prst="rect">
          <a:avLst/>
        </a:prstGeom>
        <a:solidFill>
          <a:schemeClr val="accent2">
            <a:hueOff val="-120476"/>
            <a:satOff val="-39516"/>
            <a:lumOff val="-14402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Only required data is shared (</a:t>
          </a:r>
          <a:r>
            <a:rPr lang="en-IN" sz="1800" b="1" kern="1200"/>
            <a:t>selective disclosure</a:t>
          </a:r>
          <a:r>
            <a:rPr lang="en-IN" sz="1800" kern="1200"/>
            <a:t>)</a:t>
          </a:r>
          <a:endParaRPr lang="en-US" sz="1800" kern="1200"/>
        </a:p>
      </dsp:txBody>
      <dsp:txXfrm>
        <a:off x="955314" y="2506101"/>
        <a:ext cx="1788504" cy="1073102"/>
      </dsp:txXfrm>
    </dsp:sp>
    <dsp:sp modelId="{F022CD24-0D01-4D33-8974-67D6E243E6B7}">
      <dsp:nvSpPr>
        <dsp:cNvPr id="0" name=""/>
        <dsp:cNvSpPr/>
      </dsp:nvSpPr>
      <dsp:spPr>
        <a:xfrm>
          <a:off x="2922669" y="2506101"/>
          <a:ext cx="1788504" cy="1073102"/>
        </a:xfrm>
        <a:prstGeom prst="rect">
          <a:avLst/>
        </a:prstGeom>
        <a:solidFill>
          <a:schemeClr val="accent2">
            <a:hueOff val="-135535"/>
            <a:satOff val="-44456"/>
            <a:lumOff val="-16202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Update &amp; Revocation</a:t>
          </a:r>
          <a:endParaRPr lang="en-US" sz="1800" kern="1200"/>
        </a:p>
      </dsp:txBody>
      <dsp:txXfrm>
        <a:off x="2922669" y="2506101"/>
        <a:ext cx="1788504" cy="1073102"/>
      </dsp:txXfrm>
    </dsp:sp>
    <dsp:sp modelId="{C8DDC60F-93BC-4F9D-8EDE-A58B13FADC48}">
      <dsp:nvSpPr>
        <dsp:cNvPr id="0" name=""/>
        <dsp:cNvSpPr/>
      </dsp:nvSpPr>
      <dsp:spPr>
        <a:xfrm>
          <a:off x="4890025" y="2506101"/>
          <a:ext cx="1788504" cy="1073102"/>
        </a:xfrm>
        <a:prstGeom prst="rect">
          <a:avLst/>
        </a:prstGeom>
        <a:solidFill>
          <a:schemeClr val="accent2">
            <a:hueOff val="-150594"/>
            <a:satOff val="-49395"/>
            <a:lumOff val="-18003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Change in identity → Token updated</a:t>
          </a:r>
          <a:endParaRPr lang="en-US" sz="1800" kern="1200"/>
        </a:p>
      </dsp:txBody>
      <dsp:txXfrm>
        <a:off x="4890025" y="2506101"/>
        <a:ext cx="1788504" cy="1073102"/>
      </dsp:txXfrm>
    </dsp:sp>
    <dsp:sp modelId="{E456AE0C-AF64-43A0-AA56-DB1497997AB1}">
      <dsp:nvSpPr>
        <dsp:cNvPr id="0" name=""/>
        <dsp:cNvSpPr/>
      </dsp:nvSpPr>
      <dsp:spPr>
        <a:xfrm>
          <a:off x="6857380" y="2506101"/>
          <a:ext cx="1788504" cy="1073102"/>
        </a:xfrm>
        <a:prstGeom prst="rect">
          <a:avLst/>
        </a:prstGeom>
        <a:solidFill>
          <a:schemeClr val="accent2">
            <a:hueOff val="-165654"/>
            <a:satOff val="-54335"/>
            <a:lumOff val="-19803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Updated record is reflected across institutions</a:t>
          </a:r>
          <a:endParaRPr lang="en-US" sz="1800" kern="1200"/>
        </a:p>
      </dsp:txBody>
      <dsp:txXfrm>
        <a:off x="6857380" y="2506101"/>
        <a:ext cx="1788504" cy="107310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9A6C81-251D-4C04-BBB2-283033EAD99A}">
      <dsp:nvSpPr>
        <dsp:cNvPr id="0" name=""/>
        <dsp:cNvSpPr/>
      </dsp:nvSpPr>
      <dsp:spPr>
        <a:xfrm>
          <a:off x="948930" y="153565"/>
          <a:ext cx="1263078" cy="1263078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E7C26A-89E5-4753-8A52-A8AC7A8EE8E0}">
      <dsp:nvSpPr>
        <dsp:cNvPr id="0" name=""/>
        <dsp:cNvSpPr/>
      </dsp:nvSpPr>
      <dsp:spPr>
        <a:xfrm>
          <a:off x="1218111" y="422746"/>
          <a:ext cx="724717" cy="72471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34925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F3D691-6D31-4B9E-BAB4-410660C965B0}">
      <dsp:nvSpPr>
        <dsp:cNvPr id="0" name=""/>
        <dsp:cNvSpPr/>
      </dsp:nvSpPr>
      <dsp:spPr>
        <a:xfrm>
          <a:off x="545159" y="1810062"/>
          <a:ext cx="207062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500" b="1" kern="1200"/>
            <a:t>Slide 8 — Key Features</a:t>
          </a:r>
          <a:endParaRPr lang="en-US" sz="1500" kern="1200"/>
        </a:p>
      </dsp:txBody>
      <dsp:txXfrm>
        <a:off x="545159" y="1810062"/>
        <a:ext cx="2070621" cy="720000"/>
      </dsp:txXfrm>
    </dsp:sp>
    <dsp:sp modelId="{9A79CE43-A190-4A2F-9401-08D425444405}">
      <dsp:nvSpPr>
        <dsp:cNvPr id="0" name=""/>
        <dsp:cNvSpPr/>
      </dsp:nvSpPr>
      <dsp:spPr>
        <a:xfrm>
          <a:off x="3381910" y="153565"/>
          <a:ext cx="1263078" cy="1263078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821DE6-16E7-4550-8F90-BC50D7D26AE7}">
      <dsp:nvSpPr>
        <dsp:cNvPr id="0" name=""/>
        <dsp:cNvSpPr/>
      </dsp:nvSpPr>
      <dsp:spPr>
        <a:xfrm>
          <a:off x="3651091" y="422746"/>
          <a:ext cx="724717" cy="72471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34925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D5BF5A-462C-4BC5-9D28-8DC0C1B2A8EB}">
      <dsp:nvSpPr>
        <dsp:cNvPr id="0" name=""/>
        <dsp:cNvSpPr/>
      </dsp:nvSpPr>
      <dsp:spPr>
        <a:xfrm>
          <a:off x="2978139" y="1810062"/>
          <a:ext cx="207062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500" kern="1200"/>
            <a:t>🔐 Zero-trust security model</a:t>
          </a:r>
          <a:endParaRPr lang="en-US" sz="1500" kern="1200"/>
        </a:p>
      </dsp:txBody>
      <dsp:txXfrm>
        <a:off x="2978139" y="1810062"/>
        <a:ext cx="2070621" cy="720000"/>
      </dsp:txXfrm>
    </dsp:sp>
    <dsp:sp modelId="{93C5C090-BB66-4EE7-87BB-D5B3847D1C9F}">
      <dsp:nvSpPr>
        <dsp:cNvPr id="0" name=""/>
        <dsp:cNvSpPr/>
      </dsp:nvSpPr>
      <dsp:spPr>
        <a:xfrm>
          <a:off x="5814890" y="153565"/>
          <a:ext cx="1263078" cy="1263078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C1C4A7-81F6-4684-94F2-4502CD23CB96}">
      <dsp:nvSpPr>
        <dsp:cNvPr id="0" name=""/>
        <dsp:cNvSpPr/>
      </dsp:nvSpPr>
      <dsp:spPr>
        <a:xfrm>
          <a:off x="6084071" y="422746"/>
          <a:ext cx="724717" cy="72471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34925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53FC39-2915-41F7-A8B7-0FC9F520D626}">
      <dsp:nvSpPr>
        <dsp:cNvPr id="0" name=""/>
        <dsp:cNvSpPr/>
      </dsp:nvSpPr>
      <dsp:spPr>
        <a:xfrm>
          <a:off x="5411119" y="1810062"/>
          <a:ext cx="207062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500" kern="1200" dirty="0"/>
            <a:t>🎯 Selective disclosure with consent control</a:t>
          </a:r>
          <a:endParaRPr lang="en-US" sz="1500" kern="1200" dirty="0"/>
        </a:p>
      </dsp:txBody>
      <dsp:txXfrm>
        <a:off x="5411119" y="1810062"/>
        <a:ext cx="2070621" cy="720000"/>
      </dsp:txXfrm>
    </dsp:sp>
    <dsp:sp modelId="{6EF4784B-6A21-4232-95B2-9ED19C508167}">
      <dsp:nvSpPr>
        <dsp:cNvPr id="0" name=""/>
        <dsp:cNvSpPr/>
      </dsp:nvSpPr>
      <dsp:spPr>
        <a:xfrm>
          <a:off x="8247870" y="153565"/>
          <a:ext cx="1263078" cy="1263078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3280F4-C3B0-462E-B108-D93BCA9C171C}">
      <dsp:nvSpPr>
        <dsp:cNvPr id="0" name=""/>
        <dsp:cNvSpPr/>
      </dsp:nvSpPr>
      <dsp:spPr>
        <a:xfrm>
          <a:off x="8517051" y="422746"/>
          <a:ext cx="724717" cy="72471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34925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61FFD1-2A68-456E-BC7E-2E8577FBA297}">
      <dsp:nvSpPr>
        <dsp:cNvPr id="0" name=""/>
        <dsp:cNvSpPr/>
      </dsp:nvSpPr>
      <dsp:spPr>
        <a:xfrm>
          <a:off x="7844099" y="1810062"/>
          <a:ext cx="207062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500" kern="1200"/>
            <a:t>📦 Plug-and-play API ecosystem</a:t>
          </a:r>
          <a:endParaRPr lang="en-US" sz="1500" kern="1200"/>
        </a:p>
      </dsp:txBody>
      <dsp:txXfrm>
        <a:off x="7844099" y="1810062"/>
        <a:ext cx="2070621" cy="720000"/>
      </dsp:txXfrm>
    </dsp:sp>
    <dsp:sp modelId="{4A09ADD6-DB25-4F67-B63A-86E121586ED1}">
      <dsp:nvSpPr>
        <dsp:cNvPr id="0" name=""/>
        <dsp:cNvSpPr/>
      </dsp:nvSpPr>
      <dsp:spPr>
        <a:xfrm>
          <a:off x="3381910" y="3047718"/>
          <a:ext cx="1263078" cy="1263078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64F9B5-0177-418C-A38E-6990B51DAFD2}">
      <dsp:nvSpPr>
        <dsp:cNvPr id="0" name=""/>
        <dsp:cNvSpPr/>
      </dsp:nvSpPr>
      <dsp:spPr>
        <a:xfrm>
          <a:off x="3651091" y="3316898"/>
          <a:ext cx="724717" cy="72471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34925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458641-0A6E-4F11-9318-0713471B2A5B}">
      <dsp:nvSpPr>
        <dsp:cNvPr id="0" name=""/>
        <dsp:cNvSpPr/>
      </dsp:nvSpPr>
      <dsp:spPr>
        <a:xfrm>
          <a:off x="2978139" y="4704215"/>
          <a:ext cx="207062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500" kern="1200"/>
            <a:t>♻ Reusable identity across institutions</a:t>
          </a:r>
          <a:endParaRPr lang="en-US" sz="1500" kern="1200"/>
        </a:p>
      </dsp:txBody>
      <dsp:txXfrm>
        <a:off x="2978139" y="4704215"/>
        <a:ext cx="2070621" cy="720000"/>
      </dsp:txXfrm>
    </dsp:sp>
    <dsp:sp modelId="{B0B31643-AE5D-4474-868C-17504C69E71B}">
      <dsp:nvSpPr>
        <dsp:cNvPr id="0" name=""/>
        <dsp:cNvSpPr/>
      </dsp:nvSpPr>
      <dsp:spPr>
        <a:xfrm>
          <a:off x="5814890" y="3047718"/>
          <a:ext cx="1263078" cy="1263078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AC5574-5BF3-445A-8170-EA02DA70DD26}">
      <dsp:nvSpPr>
        <dsp:cNvPr id="0" name=""/>
        <dsp:cNvSpPr/>
      </dsp:nvSpPr>
      <dsp:spPr>
        <a:xfrm>
          <a:off x="6084071" y="3316898"/>
          <a:ext cx="724717" cy="724717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34925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50EEE3-3844-42FF-9208-A9ECD111EB93}">
      <dsp:nvSpPr>
        <dsp:cNvPr id="0" name=""/>
        <dsp:cNvSpPr/>
      </dsp:nvSpPr>
      <dsp:spPr>
        <a:xfrm>
          <a:off x="5411119" y="4704215"/>
          <a:ext cx="207062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500" kern="1200"/>
            <a:t>🏛 Full compliance with CKYCR and RBI guidelines</a:t>
          </a:r>
          <a:endParaRPr lang="en-US" sz="1500" kern="1200"/>
        </a:p>
      </dsp:txBody>
      <dsp:txXfrm>
        <a:off x="5411119" y="4704215"/>
        <a:ext cx="2070621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F65C3D-5A0F-43B9-9400-E45772D9CCE8}">
      <dsp:nvSpPr>
        <dsp:cNvPr id="0" name=""/>
        <dsp:cNvSpPr/>
      </dsp:nvSpPr>
      <dsp:spPr>
        <a:xfrm>
          <a:off x="0" y="788062"/>
          <a:ext cx="2844939" cy="170696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/>
            <a:t>Slide 11 — Compliance &amp; Integration</a:t>
          </a:r>
          <a:endParaRPr lang="en-US" sz="2300" kern="1200"/>
        </a:p>
      </dsp:txBody>
      <dsp:txXfrm>
        <a:off x="0" y="788062"/>
        <a:ext cx="2844939" cy="1706963"/>
      </dsp:txXfrm>
    </dsp:sp>
    <dsp:sp modelId="{5DAACD2E-1338-4313-86F5-C91FB8030A0C}">
      <dsp:nvSpPr>
        <dsp:cNvPr id="0" name=""/>
        <dsp:cNvSpPr/>
      </dsp:nvSpPr>
      <dsp:spPr>
        <a:xfrm>
          <a:off x="3129433" y="788062"/>
          <a:ext cx="2844939" cy="1706963"/>
        </a:xfrm>
        <a:prstGeom prst="rect">
          <a:avLst/>
        </a:prstGeom>
        <a:solidFill>
          <a:schemeClr val="accent2">
            <a:hueOff val="-33131"/>
            <a:satOff val="-10867"/>
            <a:lumOff val="-3961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/>
            <a:t>The system aligns with existing and upcoming Indian digital identity standards:</a:t>
          </a:r>
          <a:endParaRPr lang="en-US" sz="2300" kern="1200" dirty="0"/>
        </a:p>
      </dsp:txBody>
      <dsp:txXfrm>
        <a:off x="3129433" y="788062"/>
        <a:ext cx="2844939" cy="1706963"/>
      </dsp:txXfrm>
    </dsp:sp>
    <dsp:sp modelId="{DBEE087E-FE82-4A1D-89B3-9CDDBAB8C51F}">
      <dsp:nvSpPr>
        <dsp:cNvPr id="0" name=""/>
        <dsp:cNvSpPr/>
      </dsp:nvSpPr>
      <dsp:spPr>
        <a:xfrm>
          <a:off x="6258867" y="788062"/>
          <a:ext cx="2844939" cy="1706963"/>
        </a:xfrm>
        <a:prstGeom prst="rect">
          <a:avLst/>
        </a:prstGeom>
        <a:solidFill>
          <a:schemeClr val="accent2">
            <a:hueOff val="-66262"/>
            <a:satOff val="-21734"/>
            <a:lumOff val="-7921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Aadhaar Offline Verification</a:t>
          </a:r>
          <a:endParaRPr lang="en-US" sz="2300" kern="1200"/>
        </a:p>
      </dsp:txBody>
      <dsp:txXfrm>
        <a:off x="6258867" y="788062"/>
        <a:ext cx="2844939" cy="1706963"/>
      </dsp:txXfrm>
    </dsp:sp>
    <dsp:sp modelId="{045F0F9D-3430-4EF1-A95C-E11E65602412}">
      <dsp:nvSpPr>
        <dsp:cNvPr id="0" name=""/>
        <dsp:cNvSpPr/>
      </dsp:nvSpPr>
      <dsp:spPr>
        <a:xfrm>
          <a:off x="0" y="2779520"/>
          <a:ext cx="2844939" cy="1706963"/>
        </a:xfrm>
        <a:prstGeom prst="rect">
          <a:avLst/>
        </a:prstGeom>
        <a:solidFill>
          <a:schemeClr val="accent2">
            <a:hueOff val="-99392"/>
            <a:satOff val="-32601"/>
            <a:lumOff val="-11882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DigiLocker API integration</a:t>
          </a:r>
          <a:endParaRPr lang="en-US" sz="2300" kern="1200"/>
        </a:p>
      </dsp:txBody>
      <dsp:txXfrm>
        <a:off x="0" y="2779520"/>
        <a:ext cx="2844939" cy="1706963"/>
      </dsp:txXfrm>
    </dsp:sp>
    <dsp:sp modelId="{B311E888-FAA7-401E-B6D7-0DF163BEB7BF}">
      <dsp:nvSpPr>
        <dsp:cNvPr id="0" name=""/>
        <dsp:cNvSpPr/>
      </dsp:nvSpPr>
      <dsp:spPr>
        <a:xfrm>
          <a:off x="3129433" y="2779520"/>
          <a:ext cx="2844939" cy="1706963"/>
        </a:xfrm>
        <a:prstGeom prst="rect">
          <a:avLst/>
        </a:prstGeom>
        <a:solidFill>
          <a:schemeClr val="accent2">
            <a:hueOff val="-132523"/>
            <a:satOff val="-43468"/>
            <a:lumOff val="-15842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/>
            <a:t>CKYCR dataset compliance</a:t>
          </a:r>
          <a:endParaRPr lang="en-US" sz="2300" kern="1200" dirty="0"/>
        </a:p>
      </dsp:txBody>
      <dsp:txXfrm>
        <a:off x="3129433" y="2779520"/>
        <a:ext cx="2844939" cy="1706963"/>
      </dsp:txXfrm>
    </dsp:sp>
    <dsp:sp modelId="{9DE4A3B4-0504-4764-935B-B9A2C9E13213}">
      <dsp:nvSpPr>
        <dsp:cNvPr id="0" name=""/>
        <dsp:cNvSpPr/>
      </dsp:nvSpPr>
      <dsp:spPr>
        <a:xfrm>
          <a:off x="6258867" y="2779520"/>
          <a:ext cx="2844939" cy="1706963"/>
        </a:xfrm>
        <a:prstGeom prst="rect">
          <a:avLst/>
        </a:prstGeom>
        <a:solidFill>
          <a:schemeClr val="accent2">
            <a:hueOff val="-165654"/>
            <a:satOff val="-54335"/>
            <a:lumOff val="-19803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/>
            <a:t>India Data Protection Act &amp; RBI Digital Identity Framework</a:t>
          </a:r>
          <a:endParaRPr lang="en-US" sz="2300" kern="1200" dirty="0"/>
        </a:p>
      </dsp:txBody>
      <dsp:txXfrm>
        <a:off x="6258867" y="2779520"/>
        <a:ext cx="2844939" cy="170696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1CFAAC-F60D-4162-8A33-5CFEF1AC7C92}">
      <dsp:nvSpPr>
        <dsp:cNvPr id="0" name=""/>
        <dsp:cNvSpPr/>
      </dsp:nvSpPr>
      <dsp:spPr>
        <a:xfrm>
          <a:off x="0" y="0"/>
          <a:ext cx="7658463" cy="64465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Slide 12 — Business Impact &amp; Scalability</a:t>
          </a:r>
          <a:endParaRPr lang="en-US" sz="2500" kern="1200"/>
        </a:p>
      </dsp:txBody>
      <dsp:txXfrm>
        <a:off x="18881" y="18881"/>
        <a:ext cx="6887409" cy="606890"/>
      </dsp:txXfrm>
    </dsp:sp>
    <dsp:sp modelId="{246B5938-5195-4EC3-9783-3A711F62D850}">
      <dsp:nvSpPr>
        <dsp:cNvPr id="0" name=""/>
        <dsp:cNvSpPr/>
      </dsp:nvSpPr>
      <dsp:spPr>
        <a:xfrm>
          <a:off x="571898" y="734187"/>
          <a:ext cx="7658463" cy="644652"/>
        </a:xfrm>
        <a:prstGeom prst="roundRect">
          <a:avLst>
            <a:gd name="adj" fmla="val 10000"/>
          </a:avLst>
        </a:prstGeom>
        <a:solidFill>
          <a:schemeClr val="accent2">
            <a:hueOff val="-41413"/>
            <a:satOff val="-13584"/>
            <a:lumOff val="-4951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✔ Reduction in repeated KYC processing cost</a:t>
          </a:r>
        </a:p>
      </dsp:txBody>
      <dsp:txXfrm>
        <a:off x="590779" y="753068"/>
        <a:ext cx="6629779" cy="606890"/>
      </dsp:txXfrm>
    </dsp:sp>
    <dsp:sp modelId="{E480DE9E-5391-4E0A-8B33-8DA187CC9F31}">
      <dsp:nvSpPr>
        <dsp:cNvPr id="0" name=""/>
        <dsp:cNvSpPr/>
      </dsp:nvSpPr>
      <dsp:spPr>
        <a:xfrm>
          <a:off x="1143796" y="1468374"/>
          <a:ext cx="7658463" cy="644652"/>
        </a:xfrm>
        <a:prstGeom prst="roundRect">
          <a:avLst>
            <a:gd name="adj" fmla="val 10000"/>
          </a:avLst>
        </a:prstGeom>
        <a:solidFill>
          <a:schemeClr val="accent2">
            <a:hueOff val="-82827"/>
            <a:satOff val="-27168"/>
            <a:lumOff val="-9901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✔ Faster onboarding (seconds instead of days)</a:t>
          </a:r>
        </a:p>
      </dsp:txBody>
      <dsp:txXfrm>
        <a:off x="1162677" y="1487255"/>
        <a:ext cx="6629779" cy="606889"/>
      </dsp:txXfrm>
    </dsp:sp>
    <dsp:sp modelId="{E1207F6B-697B-405D-936E-4E0B1DC82976}">
      <dsp:nvSpPr>
        <dsp:cNvPr id="0" name=""/>
        <dsp:cNvSpPr/>
      </dsp:nvSpPr>
      <dsp:spPr>
        <a:xfrm>
          <a:off x="1715694" y="2202561"/>
          <a:ext cx="7658463" cy="644652"/>
        </a:xfrm>
        <a:prstGeom prst="roundRect">
          <a:avLst>
            <a:gd name="adj" fmla="val 10000"/>
          </a:avLst>
        </a:prstGeom>
        <a:solidFill>
          <a:schemeClr val="accent2">
            <a:hueOff val="-124240"/>
            <a:satOff val="-40751"/>
            <a:lumOff val="-14852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✔ Increased trust and fraud reduction</a:t>
          </a:r>
        </a:p>
      </dsp:txBody>
      <dsp:txXfrm>
        <a:off x="1734575" y="2221442"/>
        <a:ext cx="6629779" cy="606890"/>
      </dsp:txXfrm>
    </dsp:sp>
    <dsp:sp modelId="{28E208E1-B12A-442D-82F0-43FAC5178CED}">
      <dsp:nvSpPr>
        <dsp:cNvPr id="0" name=""/>
        <dsp:cNvSpPr/>
      </dsp:nvSpPr>
      <dsp:spPr>
        <a:xfrm>
          <a:off x="2287592" y="2936748"/>
          <a:ext cx="7658463" cy="644652"/>
        </a:xfrm>
        <a:prstGeom prst="roundRect">
          <a:avLst>
            <a:gd name="adj" fmla="val 10000"/>
          </a:avLst>
        </a:prstGeom>
        <a:solidFill>
          <a:schemeClr val="accent2">
            <a:hueOff val="-165654"/>
            <a:satOff val="-54335"/>
            <a:lumOff val="-19803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✔ National identity interoperability at scale</a:t>
          </a:r>
        </a:p>
      </dsp:txBody>
      <dsp:txXfrm>
        <a:off x="2306473" y="2955629"/>
        <a:ext cx="6629779" cy="606889"/>
      </dsp:txXfrm>
    </dsp:sp>
    <dsp:sp modelId="{396F2730-E00C-4D22-B184-D26A9FF6B808}">
      <dsp:nvSpPr>
        <dsp:cNvPr id="0" name=""/>
        <dsp:cNvSpPr/>
      </dsp:nvSpPr>
      <dsp:spPr>
        <a:xfrm>
          <a:off x="7239439" y="470954"/>
          <a:ext cx="419023" cy="41902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7333719" y="470954"/>
        <a:ext cx="230463" cy="315315"/>
      </dsp:txXfrm>
    </dsp:sp>
    <dsp:sp modelId="{D477B3A7-B76D-4DB3-8C10-D8343B54B17D}">
      <dsp:nvSpPr>
        <dsp:cNvPr id="0" name=""/>
        <dsp:cNvSpPr/>
      </dsp:nvSpPr>
      <dsp:spPr>
        <a:xfrm>
          <a:off x="7811337" y="1205141"/>
          <a:ext cx="419023" cy="41902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11941"/>
            <a:satOff val="-18222"/>
            <a:lumOff val="-1882"/>
            <a:alphaOff val="0"/>
          </a:schemeClr>
        </a:solidFill>
        <a:ln w="34925" cap="flat" cmpd="sng" algn="in">
          <a:solidFill>
            <a:schemeClr val="accent2">
              <a:tint val="40000"/>
              <a:alpha val="90000"/>
              <a:hueOff val="-11941"/>
              <a:satOff val="-18222"/>
              <a:lumOff val="-188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7905617" y="1205141"/>
        <a:ext cx="230463" cy="315315"/>
      </dsp:txXfrm>
    </dsp:sp>
    <dsp:sp modelId="{B257E1AC-9082-4E82-8D83-E8D01AB020E7}">
      <dsp:nvSpPr>
        <dsp:cNvPr id="0" name=""/>
        <dsp:cNvSpPr/>
      </dsp:nvSpPr>
      <dsp:spPr>
        <a:xfrm>
          <a:off x="8383235" y="1928583"/>
          <a:ext cx="419023" cy="41902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23882"/>
            <a:satOff val="-36445"/>
            <a:lumOff val="-3764"/>
            <a:alphaOff val="0"/>
          </a:schemeClr>
        </a:solidFill>
        <a:ln w="34925" cap="flat" cmpd="sng" algn="in">
          <a:solidFill>
            <a:schemeClr val="accent2">
              <a:tint val="40000"/>
              <a:alpha val="90000"/>
              <a:hueOff val="-23882"/>
              <a:satOff val="-36445"/>
              <a:lumOff val="-376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8477515" y="1928583"/>
        <a:ext cx="230463" cy="315315"/>
      </dsp:txXfrm>
    </dsp:sp>
    <dsp:sp modelId="{2614F402-7925-4C8D-AEAC-DD636B4446BE}">
      <dsp:nvSpPr>
        <dsp:cNvPr id="0" name=""/>
        <dsp:cNvSpPr/>
      </dsp:nvSpPr>
      <dsp:spPr>
        <a:xfrm>
          <a:off x="8955133" y="2669933"/>
          <a:ext cx="419023" cy="41902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35823"/>
            <a:satOff val="-54667"/>
            <a:lumOff val="-5646"/>
            <a:alphaOff val="0"/>
          </a:schemeClr>
        </a:solidFill>
        <a:ln w="34925" cap="flat" cmpd="sng" algn="in">
          <a:solidFill>
            <a:schemeClr val="accent2">
              <a:tint val="40000"/>
              <a:alpha val="90000"/>
              <a:hueOff val="-35823"/>
              <a:satOff val="-54667"/>
              <a:lumOff val="-564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9049413" y="2669933"/>
        <a:ext cx="230463" cy="31531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888E45-C024-48E3-AA47-6FC9D6EA2AD3}">
      <dsp:nvSpPr>
        <dsp:cNvPr id="0" name=""/>
        <dsp:cNvSpPr/>
      </dsp:nvSpPr>
      <dsp:spPr>
        <a:xfrm>
          <a:off x="0" y="437"/>
          <a:ext cx="994605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0CD4D7-BB01-48FF-9995-7D421AA1AAD7}">
      <dsp:nvSpPr>
        <dsp:cNvPr id="0" name=""/>
        <dsp:cNvSpPr/>
      </dsp:nvSpPr>
      <dsp:spPr>
        <a:xfrm>
          <a:off x="0" y="437"/>
          <a:ext cx="9946056" cy="716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Slide 15 — What Can Our Team Deliver</a:t>
          </a:r>
          <a:endParaRPr lang="en-US" sz="2500" kern="1200"/>
        </a:p>
      </dsp:txBody>
      <dsp:txXfrm>
        <a:off x="0" y="437"/>
        <a:ext cx="9946056" cy="716105"/>
      </dsp:txXfrm>
    </dsp:sp>
    <dsp:sp modelId="{2FCB6642-E3FD-4E28-BF03-54E6F1887CD4}">
      <dsp:nvSpPr>
        <dsp:cNvPr id="0" name=""/>
        <dsp:cNvSpPr/>
      </dsp:nvSpPr>
      <dsp:spPr>
        <a:xfrm>
          <a:off x="0" y="716542"/>
          <a:ext cx="9946056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0E0A2D-BE74-4ACF-8E83-EFB78A0C006F}">
      <dsp:nvSpPr>
        <dsp:cNvPr id="0" name=""/>
        <dsp:cNvSpPr/>
      </dsp:nvSpPr>
      <dsp:spPr>
        <a:xfrm>
          <a:off x="0" y="716542"/>
          <a:ext cx="9946056" cy="716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Strong expertise in </a:t>
          </a:r>
          <a:r>
            <a:rPr lang="en-US" sz="2500" b="1" kern="1200"/>
            <a:t>.NET architecture and secure backend development</a:t>
          </a:r>
          <a:endParaRPr lang="en-US" sz="2500" kern="1200"/>
        </a:p>
      </dsp:txBody>
      <dsp:txXfrm>
        <a:off x="0" y="716542"/>
        <a:ext cx="9946056" cy="716105"/>
      </dsp:txXfrm>
    </dsp:sp>
    <dsp:sp modelId="{245F02DC-6D8E-48CC-934C-8B2535106834}">
      <dsp:nvSpPr>
        <dsp:cNvPr id="0" name=""/>
        <dsp:cNvSpPr/>
      </dsp:nvSpPr>
      <dsp:spPr>
        <a:xfrm>
          <a:off x="0" y="1432647"/>
          <a:ext cx="994605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6FBAAA-01E7-4512-83E2-4902E390438D}">
      <dsp:nvSpPr>
        <dsp:cNvPr id="0" name=""/>
        <dsp:cNvSpPr/>
      </dsp:nvSpPr>
      <dsp:spPr>
        <a:xfrm>
          <a:off x="0" y="1432647"/>
          <a:ext cx="9946056" cy="716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Hands-on experience in identity systems, APIs, and cryptography</a:t>
          </a:r>
        </a:p>
      </dsp:txBody>
      <dsp:txXfrm>
        <a:off x="0" y="1432647"/>
        <a:ext cx="9946056" cy="716105"/>
      </dsp:txXfrm>
    </dsp:sp>
    <dsp:sp modelId="{CC83498E-9236-46D0-B1C4-2A78257BD381}">
      <dsp:nvSpPr>
        <dsp:cNvPr id="0" name=""/>
        <dsp:cNvSpPr/>
      </dsp:nvSpPr>
      <dsp:spPr>
        <a:xfrm>
          <a:off x="0" y="2148752"/>
          <a:ext cx="9946056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5CEB5E-D85F-464D-8E0B-AFF8C5989CE3}">
      <dsp:nvSpPr>
        <dsp:cNvPr id="0" name=""/>
        <dsp:cNvSpPr/>
      </dsp:nvSpPr>
      <dsp:spPr>
        <a:xfrm>
          <a:off x="0" y="2148752"/>
          <a:ext cx="9946056" cy="716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Understanding of Aadhaar, DigiLocker, and digital public infrastructure</a:t>
          </a:r>
        </a:p>
      </dsp:txBody>
      <dsp:txXfrm>
        <a:off x="0" y="2148752"/>
        <a:ext cx="9946056" cy="716105"/>
      </dsp:txXfrm>
    </dsp:sp>
    <dsp:sp modelId="{BF98D421-EE5C-4A1E-8B77-FA36EA6482FE}">
      <dsp:nvSpPr>
        <dsp:cNvPr id="0" name=""/>
        <dsp:cNvSpPr/>
      </dsp:nvSpPr>
      <dsp:spPr>
        <a:xfrm>
          <a:off x="0" y="2864857"/>
          <a:ext cx="9946056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82153E-939B-4F05-BAAD-0F522A193BC8}">
      <dsp:nvSpPr>
        <dsp:cNvPr id="0" name=""/>
        <dsp:cNvSpPr/>
      </dsp:nvSpPr>
      <dsp:spPr>
        <a:xfrm>
          <a:off x="0" y="2864857"/>
          <a:ext cx="9946056" cy="716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Experience building scalable enterprise-grade software</a:t>
          </a:r>
        </a:p>
      </dsp:txBody>
      <dsp:txXfrm>
        <a:off x="0" y="2864857"/>
        <a:ext cx="9946056" cy="71610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21E1AC-CF82-4D2C-8557-8C1BD7310207}">
      <dsp:nvSpPr>
        <dsp:cNvPr id="0" name=""/>
        <dsp:cNvSpPr/>
      </dsp:nvSpPr>
      <dsp:spPr>
        <a:xfrm>
          <a:off x="0" y="1240"/>
          <a:ext cx="2382829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 w="6350" cap="flat" cmpd="sng" algn="in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2377472-337C-410C-BD37-C60E7A8DC3CF}">
      <dsp:nvSpPr>
        <dsp:cNvPr id="0" name=""/>
        <dsp:cNvSpPr/>
      </dsp:nvSpPr>
      <dsp:spPr>
        <a:xfrm>
          <a:off x="0" y="1240"/>
          <a:ext cx="2382829" cy="1196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b="1" kern="1200" dirty="0"/>
            <a:t>Slide 16 — Final Message</a:t>
          </a:r>
          <a:endParaRPr lang="en-US" sz="2400" kern="1200" dirty="0"/>
        </a:p>
      </dsp:txBody>
      <dsp:txXfrm>
        <a:off x="0" y="1240"/>
        <a:ext cx="2382829" cy="1196105"/>
      </dsp:txXfrm>
    </dsp:sp>
    <dsp:sp modelId="{5E63E2B2-EB4C-467E-85AF-3879FCCE1287}">
      <dsp:nvSpPr>
        <dsp:cNvPr id="0" name=""/>
        <dsp:cNvSpPr/>
      </dsp:nvSpPr>
      <dsp:spPr>
        <a:xfrm>
          <a:off x="0" y="0"/>
          <a:ext cx="2382829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 w="6350" cap="flat" cmpd="sng" algn="in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45883CE-F54C-40AC-A278-9ECCC8D563A0}">
      <dsp:nvSpPr>
        <dsp:cNvPr id="0" name=""/>
        <dsp:cNvSpPr/>
      </dsp:nvSpPr>
      <dsp:spPr>
        <a:xfrm>
          <a:off x="0" y="1197346"/>
          <a:ext cx="2380502" cy="5307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b="1" kern="1200" dirty="0" err="1"/>
            <a:t>TrustKYC</a:t>
          </a:r>
          <a:r>
            <a:rPr lang="en-US" sz="2400" b="1" kern="1200" dirty="0"/>
            <a:t> enables secure, reusable, and consent-driven identity verification — building a more trusted and frictionless digital financial system for India.</a:t>
          </a:r>
          <a:endParaRPr lang="en-US" sz="2400" kern="1200" dirty="0"/>
        </a:p>
      </dsp:txBody>
      <dsp:txXfrm>
        <a:off x="0" y="1197346"/>
        <a:ext cx="2380502" cy="53077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11/23/2025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jp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5ABA7F3F-D56F-4C06-84AC-03FC83B064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568FE6B-CB7A-42D9-9690-487E3B8F41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527851" cy="6858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 6">
            <a:extLst>
              <a:ext uri="{FF2B5EF4-FFF2-40B4-BE49-F238E27FC236}">
                <a16:creationId xmlns:a16="http://schemas.microsoft.com/office/drawing/2014/main" id="{2BCE8A39-72D0-46ED-AB46-91B68881D2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7983434" y="640080"/>
            <a:ext cx="2296028" cy="3674981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886C20-990C-E1FD-1348-C042D1AA5D4C}"/>
              </a:ext>
            </a:extLst>
          </p:cNvPr>
          <p:cNvSpPr txBox="1"/>
          <p:nvPr/>
        </p:nvSpPr>
        <p:spPr>
          <a:xfrm>
            <a:off x="8509379" y="1188717"/>
            <a:ext cx="2808979" cy="4480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112000"/>
              </a:lnSpc>
              <a:spcAft>
                <a:spcPts val="600"/>
              </a:spcAft>
            </a:pPr>
            <a:r>
              <a:rPr lang="en-US" sz="2300">
                <a:solidFill>
                  <a:schemeClr val="tx2"/>
                </a:solidFill>
              </a:rPr>
              <a:t>🛡️ </a:t>
            </a:r>
            <a:r>
              <a:rPr lang="en-US" sz="2300" b="1">
                <a:solidFill>
                  <a:schemeClr val="tx2"/>
                </a:solidFill>
              </a:rPr>
              <a:t>TrustKYC Vault           </a:t>
            </a:r>
            <a:r>
              <a:rPr lang="en-US" sz="2300">
                <a:solidFill>
                  <a:schemeClr val="tx2"/>
                </a:solidFill>
              </a:rPr>
              <a:t>|</a:t>
            </a:r>
          </a:p>
          <a:p>
            <a:pPr defTabSz="914400">
              <a:lnSpc>
                <a:spcPct val="112000"/>
              </a:lnSpc>
              <a:spcAft>
                <a:spcPts val="600"/>
              </a:spcAft>
            </a:pPr>
            <a:r>
              <a:rPr lang="en-US" sz="2300">
                <a:solidFill>
                  <a:schemeClr val="tx2"/>
                </a:solidFill>
              </a:rPr>
              <a:t> | Tokenised, Consent-Driven Digital KYC       |</a:t>
            </a:r>
          </a:p>
          <a:p>
            <a:pPr defTabSz="914400">
              <a:lnSpc>
                <a:spcPct val="112000"/>
              </a:lnSpc>
              <a:spcAft>
                <a:spcPts val="600"/>
              </a:spcAft>
            </a:pPr>
            <a:r>
              <a:rPr lang="en-US" sz="2300">
                <a:solidFill>
                  <a:schemeClr val="tx2"/>
                </a:solidFill>
              </a:rPr>
              <a:t> | for Secure Financial Ecosystem 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B4F2F95-506B-4220-A118-B96AF1300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0147112" y="4501036"/>
            <a:ext cx="1683805" cy="1723705"/>
          </a:xfrm>
          <a:custGeom>
            <a:avLst/>
            <a:gdLst>
              <a:gd name="connsiteX0" fmla="*/ 1399384 w 1683805"/>
              <a:gd name="connsiteY0" fmla="*/ 0 h 1723705"/>
              <a:gd name="connsiteX1" fmla="*/ 1683805 w 1683805"/>
              <a:gd name="connsiteY1" fmla="*/ 0 h 1723705"/>
              <a:gd name="connsiteX2" fmla="*/ 1683805 w 1683805"/>
              <a:gd name="connsiteY2" fmla="*/ 1723705 h 1723705"/>
              <a:gd name="connsiteX3" fmla="*/ 0 w 1683805"/>
              <a:gd name="connsiteY3" fmla="*/ 1723705 h 1723705"/>
              <a:gd name="connsiteX4" fmla="*/ 0 w 1683805"/>
              <a:gd name="connsiteY4" fmla="*/ 1402480 h 1723705"/>
              <a:gd name="connsiteX5" fmla="*/ 1399384 w 1683805"/>
              <a:gd name="connsiteY5" fmla="*/ 1403247 h 17237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3805" h="1723705">
                <a:moveTo>
                  <a:pt x="1399384" y="0"/>
                </a:moveTo>
                <a:lnTo>
                  <a:pt x="1683805" y="0"/>
                </a:lnTo>
                <a:lnTo>
                  <a:pt x="1683805" y="1723705"/>
                </a:lnTo>
                <a:lnTo>
                  <a:pt x="0" y="1723705"/>
                </a:lnTo>
                <a:lnTo>
                  <a:pt x="0" y="1402480"/>
                </a:lnTo>
                <a:lnTo>
                  <a:pt x="1399384" y="1403247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DCE314-62D1-8C41-711D-68A3513DF70E}"/>
              </a:ext>
            </a:extLst>
          </p:cNvPr>
          <p:cNvSpPr txBox="1"/>
          <p:nvPr/>
        </p:nvSpPr>
        <p:spPr>
          <a:xfrm>
            <a:off x="180871" y="1288026"/>
            <a:ext cx="10595284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en-IN" b="1" dirty="0" err="1"/>
              <a:t>HaRBInger</a:t>
            </a:r>
            <a:r>
              <a:rPr lang="en-IN" b="1" dirty="0"/>
              <a:t> 2025</a:t>
            </a:r>
          </a:p>
          <a:p>
            <a:pPr>
              <a:spcAft>
                <a:spcPts val="600"/>
              </a:spcAft>
              <a:buNone/>
            </a:pPr>
            <a:r>
              <a:rPr lang="en-IN" b="1" dirty="0"/>
              <a:t>Innovation for Transformation</a:t>
            </a:r>
          </a:p>
          <a:p>
            <a:pPr>
              <a:spcAft>
                <a:spcPts val="600"/>
              </a:spcAft>
              <a:buNone/>
            </a:pPr>
            <a:endParaRPr lang="en-IN" dirty="0"/>
          </a:p>
          <a:p>
            <a:pPr>
              <a:spcAft>
                <a:spcPts val="600"/>
              </a:spcAft>
              <a:buNone/>
            </a:pPr>
            <a:r>
              <a:rPr lang="en-IN" b="1" dirty="0" err="1"/>
              <a:t>TrustKYC</a:t>
            </a:r>
            <a:r>
              <a:rPr lang="en-IN" b="1" dirty="0"/>
              <a:t> Vault</a:t>
            </a:r>
          </a:p>
          <a:p>
            <a:pPr>
              <a:spcAft>
                <a:spcPts val="600"/>
              </a:spcAft>
              <a:buNone/>
            </a:pPr>
            <a:r>
              <a:rPr lang="en-IN" b="1" dirty="0"/>
              <a:t>Tokenised, Consent-Driven Digital KYC for Secure Financial Ecosystem</a:t>
            </a:r>
            <a:endParaRPr lang="en-IN" dirty="0"/>
          </a:p>
          <a:p>
            <a:pPr>
              <a:spcAft>
                <a:spcPts val="600"/>
              </a:spcAft>
              <a:buNone/>
            </a:pPr>
            <a:endParaRPr lang="en-IN" dirty="0"/>
          </a:p>
          <a:p>
            <a:pPr>
              <a:spcAft>
                <a:spcPts val="600"/>
              </a:spcAft>
              <a:buNone/>
            </a:pPr>
            <a:r>
              <a:rPr lang="en-IN" dirty="0"/>
              <a:t>👤 </a:t>
            </a:r>
            <a:r>
              <a:rPr lang="en-IN" b="1" dirty="0"/>
              <a:t>Presented By:</a:t>
            </a:r>
            <a:endParaRPr lang="en-IN" dirty="0"/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dirty="0"/>
              <a:t> Reema Srivastava — Project Leader - 9120758672 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dirty="0"/>
              <a:t> Shubham Kumar Vishnoi — Team Member - 9058612403</a:t>
            </a:r>
          </a:p>
          <a:p>
            <a:pPr>
              <a:spcAft>
                <a:spcPts val="600"/>
              </a:spcAft>
              <a:buNone/>
            </a:pPr>
            <a:r>
              <a:rPr lang="en-IN" dirty="0"/>
              <a:t>🧰 </a:t>
            </a:r>
            <a:r>
              <a:rPr lang="en-IN" b="1" dirty="0"/>
              <a:t>Technology Focus:</a:t>
            </a:r>
            <a:r>
              <a:rPr lang="en-IN" dirty="0"/>
              <a:t> .NET Development</a:t>
            </a:r>
          </a:p>
        </p:txBody>
      </p:sp>
    </p:spTree>
    <p:extLst>
      <p:ext uri="{BB962C8B-B14F-4D97-AF65-F5344CB8AC3E}">
        <p14:creationId xmlns:p14="http://schemas.microsoft.com/office/powerpoint/2010/main" val="3719318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CE94416-3084-7580-7FD4-F6D0079E6825}"/>
              </a:ext>
            </a:extLst>
          </p:cNvPr>
          <p:cNvSpPr txBox="1"/>
          <p:nvPr/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89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TrustKYC</a:t>
            </a:r>
            <a:r>
              <a:rPr lang="en-US" sz="44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: </a:t>
            </a:r>
            <a:r>
              <a:rPr lang="en-US" sz="4400" b="1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Tokenised</a:t>
            </a:r>
            <a:r>
              <a:rPr lang="en-US" sz="44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, Consent-Driven Digital KYC for India</a:t>
            </a:r>
          </a:p>
        </p:txBody>
      </p:sp>
      <p:graphicFrame>
        <p:nvGraphicFramePr>
          <p:cNvPr id="13" name="TextBox 10">
            <a:extLst>
              <a:ext uri="{FF2B5EF4-FFF2-40B4-BE49-F238E27FC236}">
                <a16:creationId xmlns:a16="http://schemas.microsoft.com/office/drawing/2014/main" id="{8349CC38-0E40-6897-ED8B-AACE287566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38215271"/>
              </p:ext>
            </p:extLst>
          </p:nvPr>
        </p:nvGraphicFramePr>
        <p:xfrm>
          <a:off x="1371600" y="2286000"/>
          <a:ext cx="9601200" cy="358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4" name="Picture 13" descr="A person touching a fingerprint&#10;&#10;AI-generated content may be incorrect.">
            <a:extLst>
              <a:ext uri="{FF2B5EF4-FFF2-40B4-BE49-F238E27FC236}">
                <a16:creationId xmlns:a16="http://schemas.microsoft.com/office/drawing/2014/main" id="{0D92DA97-19C4-153E-B2F5-7CADE251A0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1243" y="2461847"/>
            <a:ext cx="4155349" cy="2703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271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5A2C60E-9E56-418F-D7FC-E4848C32B936}"/>
              </a:ext>
            </a:extLst>
          </p:cNvPr>
          <p:cNvSpPr txBox="1"/>
          <p:nvPr/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89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Slide 2 — Problem Background &amp; Why It Matters</a:t>
            </a:r>
          </a:p>
        </p:txBody>
      </p:sp>
      <p:graphicFrame>
        <p:nvGraphicFramePr>
          <p:cNvPr id="9" name="TextBox 6">
            <a:extLst>
              <a:ext uri="{FF2B5EF4-FFF2-40B4-BE49-F238E27FC236}">
                <a16:creationId xmlns:a16="http://schemas.microsoft.com/office/drawing/2014/main" id="{40F1D7F7-8A22-9530-AF20-388C4D713E5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41276392"/>
              </p:ext>
            </p:extLst>
          </p:nvPr>
        </p:nvGraphicFramePr>
        <p:xfrm>
          <a:off x="1371600" y="2286000"/>
          <a:ext cx="9601200" cy="358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38244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4EFAAC7A-08A4-3B04-4B1A-E0E0FA4D3D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2286000"/>
            <a:ext cx="3282694" cy="35814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384048" marR="0" lvl="0" indent="-384048" defTabSz="914400" fontAlgn="base">
              <a:lnSpc>
                <a:spcPct val="94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Franklin Gothic Book" panose="020B0503020102020204" pitchFamily="34" charset="0"/>
              <a:tabLst/>
            </a:pPr>
            <a:r>
              <a:rPr kumimoji="0" lang="en-US" altLang="en-US" b="1" i="0" u="none" strike="noStrike" cap="all" normalizeH="0" dirty="0">
                <a:ln>
                  <a:noFill/>
                </a:ln>
                <a:solidFill>
                  <a:schemeClr val="tx2"/>
                </a:solidFill>
                <a:effectLst/>
              </a:rPr>
              <a:t>Slide 3 — Gap Analysis: What’s Missing Today?</a:t>
            </a:r>
          </a:p>
          <a:p>
            <a:pPr marL="384048" marR="0" lvl="0" indent="-384048" defTabSz="914400" fontAlgn="base">
              <a:lnSpc>
                <a:spcPct val="94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Franklin Gothic Book" panose="020B0503020102020204" pitchFamily="34" charset="0"/>
              <a:tabLst/>
            </a:pPr>
            <a:endParaRPr kumimoji="0" lang="en-US" altLang="en-US" b="0" i="0" u="none" strike="noStrike" cap="all" normalizeH="0" dirty="0">
              <a:ln>
                <a:noFill/>
              </a:ln>
              <a:solidFill>
                <a:schemeClr val="tx2"/>
              </a:solidFill>
              <a:effectLst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717E030-EA21-AE29-7E6E-4A3F0DEF47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1230091"/>
              </p:ext>
            </p:extLst>
          </p:nvPr>
        </p:nvGraphicFramePr>
        <p:xfrm>
          <a:off x="5138275" y="645106"/>
          <a:ext cx="6303450" cy="5247750"/>
        </p:xfrm>
        <a:graphic>
          <a:graphicData uri="http://schemas.openxmlformats.org/drawingml/2006/table">
            <a:tbl>
              <a:tblPr/>
              <a:tblGrid>
                <a:gridCol w="3178740">
                  <a:extLst>
                    <a:ext uri="{9D8B030D-6E8A-4147-A177-3AD203B41FA5}">
                      <a16:colId xmlns:a16="http://schemas.microsoft.com/office/drawing/2014/main" val="670597847"/>
                    </a:ext>
                  </a:extLst>
                </a:gridCol>
                <a:gridCol w="3124710">
                  <a:extLst>
                    <a:ext uri="{9D8B030D-6E8A-4147-A177-3AD203B41FA5}">
                      <a16:colId xmlns:a16="http://schemas.microsoft.com/office/drawing/2014/main" val="488537810"/>
                    </a:ext>
                  </a:extLst>
                </a:gridCol>
              </a:tblGrid>
              <a:tr h="5765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Current System</a:t>
                      </a:r>
                    </a:p>
                  </a:txBody>
                  <a:tcPr marL="132516" marR="132516" marT="66258" marB="662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Issue</a:t>
                      </a:r>
                    </a:p>
                  </a:txBody>
                  <a:tcPr marL="132516" marR="132516" marT="66258" marB="662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7439009"/>
                  </a:ext>
                </a:extLst>
              </a:tr>
              <a:tr h="9707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Separate KYC for each institution</a:t>
                      </a:r>
                    </a:p>
                  </a:txBody>
                  <a:tcPr marL="132516" marR="132516" marT="66258" marB="662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Redundant and costly</a:t>
                      </a:r>
                    </a:p>
                  </a:txBody>
                  <a:tcPr marL="132516" marR="132516" marT="66258" marB="662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3700717"/>
                  </a:ext>
                </a:extLst>
              </a:tr>
              <a:tr h="9707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dirty="0"/>
                        <a:t>Aadhaar + OTP Model</a:t>
                      </a:r>
                    </a:p>
                  </a:txBody>
                  <a:tcPr marL="132516" marR="132516" marT="66258" marB="662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No selective disclosure</a:t>
                      </a:r>
                    </a:p>
                  </a:txBody>
                  <a:tcPr marL="132516" marR="132516" marT="66258" marB="662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4287286"/>
                  </a:ext>
                </a:extLst>
              </a:tr>
              <a:tr h="13649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Identity stored across multiple systems</a:t>
                      </a:r>
                    </a:p>
                  </a:txBody>
                  <a:tcPr marL="132516" marR="132516" marT="66258" marB="662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Higher breach risk</a:t>
                      </a:r>
                    </a:p>
                  </a:txBody>
                  <a:tcPr marL="132516" marR="132516" marT="66258" marB="662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9396784"/>
                  </a:ext>
                </a:extLst>
              </a:tr>
              <a:tr h="13649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No unified consent mechanism</a:t>
                      </a:r>
                    </a:p>
                  </a:txBody>
                  <a:tcPr marL="132516" marR="132516" marT="66258" marB="662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dirty="0"/>
                        <a:t>Lack of transparency &amp; user control</a:t>
                      </a:r>
                    </a:p>
                  </a:txBody>
                  <a:tcPr marL="132516" marR="132516" marT="66258" marB="662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39576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0495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21ED882A-C2CD-4459-C760-7B7E89E0D7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3979959"/>
              </p:ext>
            </p:extLst>
          </p:nvPr>
        </p:nvGraphicFramePr>
        <p:xfrm>
          <a:off x="1371600" y="2286000"/>
          <a:ext cx="9601200" cy="358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84319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extBox 4">
            <a:extLst>
              <a:ext uri="{FF2B5EF4-FFF2-40B4-BE49-F238E27FC236}">
                <a16:creationId xmlns:a16="http://schemas.microsoft.com/office/drawing/2014/main" id="{D88F0921-212A-7946-204B-80F9952E58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65858455"/>
              </p:ext>
            </p:extLst>
          </p:nvPr>
        </p:nvGraphicFramePr>
        <p:xfrm>
          <a:off x="1371600" y="2286000"/>
          <a:ext cx="9601200" cy="358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73442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2812C54-7AEF-4ABB-826E-221F51CB0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05FBA0-3913-B9A0-6B41-1ADB507AFE6F}"/>
              </a:ext>
            </a:extLst>
          </p:cNvPr>
          <p:cNvSpPr txBox="1"/>
          <p:nvPr/>
        </p:nvSpPr>
        <p:spPr>
          <a:xfrm>
            <a:off x="3363863" y="152400"/>
            <a:ext cx="8395517" cy="7816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89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   Slide 6 — System Architecture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91F40E4-8A76-44CF-91EC-907367352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376"/>
            <a:ext cx="304441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2171013-D973-4187-9CF2-EE098EEF8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581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A93E03-BBD1-8754-EA8A-B1AE965AF0D5}"/>
              </a:ext>
            </a:extLst>
          </p:cNvPr>
          <p:cNvSpPr txBox="1"/>
          <p:nvPr/>
        </p:nvSpPr>
        <p:spPr>
          <a:xfrm>
            <a:off x="3363864" y="1396722"/>
            <a:ext cx="7705164" cy="452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384048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</a:pP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13" name="Picture 12" descr="A diagram of a computer system&#10;&#10;AI-generated content may be incorrect.">
            <a:extLst>
              <a:ext uri="{FF2B5EF4-FFF2-40B4-BE49-F238E27FC236}">
                <a16:creationId xmlns:a16="http://schemas.microsoft.com/office/drawing/2014/main" id="{DB90E38D-30E8-1C2B-B0F3-18B633284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5181" y="806245"/>
            <a:ext cx="9036817" cy="589935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D9AECC6-B46E-AB2C-BC88-32D688A71463}"/>
              </a:ext>
            </a:extLst>
          </p:cNvPr>
          <p:cNvSpPr txBox="1"/>
          <p:nvPr/>
        </p:nvSpPr>
        <p:spPr>
          <a:xfrm>
            <a:off x="4689987" y="934066"/>
            <a:ext cx="5869858" cy="352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384048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</a:pPr>
            <a:r>
              <a:rPr lang="en-US" b="1" dirty="0">
                <a:solidFill>
                  <a:schemeClr val="tx2"/>
                </a:solidFill>
              </a:rPr>
              <a:t>             Title: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i="1" dirty="0" err="1">
                <a:solidFill>
                  <a:schemeClr val="tx2"/>
                </a:solidFill>
                <a:highlight>
                  <a:srgbClr val="C0C0C0"/>
                </a:highlight>
              </a:rPr>
              <a:t>Tokenised</a:t>
            </a:r>
            <a:r>
              <a:rPr lang="en-US" i="1" dirty="0">
                <a:solidFill>
                  <a:schemeClr val="tx2"/>
                </a:solidFill>
                <a:highlight>
                  <a:srgbClr val="C0C0C0"/>
                </a:highlight>
              </a:rPr>
              <a:t> KYC System Architecture</a:t>
            </a:r>
            <a:endParaRPr lang="en-US" dirty="0">
              <a:solidFill>
                <a:schemeClr val="tx2"/>
              </a:solidFill>
              <a:highlight>
                <a:srgbClr val="C0C0C0"/>
              </a:highlight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68EFEB7-C412-F53B-9780-14E95789C3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924" y="-376"/>
            <a:ext cx="3076334" cy="6857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48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extBox 4">
            <a:extLst>
              <a:ext uri="{FF2B5EF4-FFF2-40B4-BE49-F238E27FC236}">
                <a16:creationId xmlns:a16="http://schemas.microsoft.com/office/drawing/2014/main" id="{06E5E431-7096-9ED3-BDFD-40B052DF02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33444413"/>
              </p:ext>
            </p:extLst>
          </p:nvPr>
        </p:nvGraphicFramePr>
        <p:xfrm>
          <a:off x="1371600" y="2286000"/>
          <a:ext cx="9601200" cy="358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72379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2DAC179-C790-4427-B1A0-AF7E55B8E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EA392D87-3787-45D6-976E-B85674C090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38366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EFE8E04-DEE3-49FD-89A2-285FAD1CB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661" y="0"/>
            <a:ext cx="2286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B111EE03-6DB9-831C-DB61-78654EE4BE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13284572"/>
              </p:ext>
            </p:extLst>
          </p:nvPr>
        </p:nvGraphicFramePr>
        <p:xfrm>
          <a:off x="784225" y="639763"/>
          <a:ext cx="10459880" cy="55777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87396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71139ED6-ADEE-9703-3960-6A1FE22414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2286000"/>
            <a:ext cx="3282694" cy="35814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384048" marR="0" lvl="0" indent="-384048" defTabSz="914400" fontAlgn="base">
              <a:lnSpc>
                <a:spcPct val="94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Franklin Gothic Book" panose="020B0503020102020204" pitchFamily="34" charset="0"/>
              <a:tabLst/>
            </a:pPr>
            <a:r>
              <a:rPr kumimoji="0" lang="en-US" altLang="en-US" b="1" i="0" u="none" strike="noStrike" cap="all" normalizeH="0">
                <a:ln>
                  <a:noFill/>
                </a:ln>
                <a:solidFill>
                  <a:schemeClr val="tx2"/>
                </a:solidFill>
                <a:effectLst/>
              </a:rPr>
              <a:t>Slide 9 — Technology Stack (.NET Focused)</a:t>
            </a:r>
          </a:p>
          <a:p>
            <a:pPr marL="384048" marR="0" lvl="0" indent="-384048" defTabSz="914400" fontAlgn="base">
              <a:lnSpc>
                <a:spcPct val="94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Franklin Gothic Book" panose="020B0503020102020204" pitchFamily="34" charset="0"/>
              <a:tabLst/>
            </a:pPr>
            <a:endParaRPr kumimoji="0" lang="en-US" altLang="en-US" b="0" i="0" u="none" strike="noStrike" cap="all" normalizeH="0">
              <a:ln>
                <a:noFill/>
              </a:ln>
              <a:solidFill>
                <a:schemeClr val="tx2"/>
              </a:solidFill>
              <a:effectLst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52A3E0B-CC03-F12C-6101-B9BFA106BE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0514341"/>
              </p:ext>
            </p:extLst>
          </p:nvPr>
        </p:nvGraphicFramePr>
        <p:xfrm>
          <a:off x="5509555" y="645106"/>
          <a:ext cx="5560890" cy="524775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382350">
                  <a:extLst>
                    <a:ext uri="{9D8B030D-6E8A-4147-A177-3AD203B41FA5}">
                      <a16:colId xmlns:a16="http://schemas.microsoft.com/office/drawing/2014/main" val="338560851"/>
                    </a:ext>
                  </a:extLst>
                </a:gridCol>
                <a:gridCol w="3178540">
                  <a:extLst>
                    <a:ext uri="{9D8B030D-6E8A-4147-A177-3AD203B41FA5}">
                      <a16:colId xmlns:a16="http://schemas.microsoft.com/office/drawing/2014/main" val="4253188810"/>
                    </a:ext>
                  </a:extLst>
                </a:gridCol>
              </a:tblGrid>
              <a:tr h="445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</a:rPr>
                        <a:t>Layer</a:t>
                      </a:r>
                    </a:p>
                  </a:txBody>
                  <a:tcPr marL="87706" marR="87706" marT="43853" marB="98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</a:rPr>
                        <a:t>Technology</a:t>
                      </a:r>
                    </a:p>
                  </a:txBody>
                  <a:tcPr marL="87706" marR="87706" marT="43853" marB="9882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2184106"/>
                  </a:ext>
                </a:extLst>
              </a:tr>
              <a:tr h="445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</a:rPr>
                        <a:t>Backend Framework</a:t>
                      </a:r>
                    </a:p>
                  </a:txBody>
                  <a:tcPr marL="87706" marR="87706" marT="43853" marB="98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ASP.NET Core 8 Web API</a:t>
                      </a:r>
                    </a:p>
                  </a:txBody>
                  <a:tcPr marL="87706" marR="87706" marT="43853" marB="9882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407538"/>
                  </a:ext>
                </a:extLst>
              </a:tr>
              <a:tr h="7092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</a:rPr>
                        <a:t>Authentication</a:t>
                      </a:r>
                    </a:p>
                  </a:txBody>
                  <a:tcPr marL="87706" marR="87706" marT="43853" marB="98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</a:rPr>
                        <a:t>OAuth2 + OpenID Connect + JWT</a:t>
                      </a:r>
                    </a:p>
                  </a:txBody>
                  <a:tcPr marL="87706" marR="87706" marT="43853" marB="9882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4805484"/>
                  </a:ext>
                </a:extLst>
              </a:tr>
              <a:tr h="445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</a:rPr>
                        <a:t>Database</a:t>
                      </a:r>
                    </a:p>
                  </a:txBody>
                  <a:tcPr marL="87706" marR="87706" marT="43853" marB="98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</a:rPr>
                        <a:t>PostgreSQL / SQL Server</a:t>
                      </a:r>
                    </a:p>
                  </a:txBody>
                  <a:tcPr marL="87706" marR="87706" marT="43853" marB="9882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3543185"/>
                  </a:ext>
                </a:extLst>
              </a:tr>
              <a:tr h="445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</a:rPr>
                        <a:t>Caching</a:t>
                      </a:r>
                    </a:p>
                  </a:txBody>
                  <a:tcPr marL="87706" marR="87706" marT="43853" marB="98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 dirty="0">
                          <a:solidFill>
                            <a:schemeClr val="tx1"/>
                          </a:solidFill>
                        </a:rPr>
                        <a:t>Redis</a:t>
                      </a:r>
                    </a:p>
                  </a:txBody>
                  <a:tcPr marL="87706" marR="87706" marT="43853" marB="9882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3848367"/>
                  </a:ext>
                </a:extLst>
              </a:tr>
              <a:tr h="7092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</a:rPr>
                        <a:t>Security</a:t>
                      </a:r>
                    </a:p>
                  </a:txBody>
                  <a:tcPr marL="87706" marR="87706" marT="43853" marB="98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</a:rPr>
                        <a:t>RSA/ECDSA + AES-256 Encryption</a:t>
                      </a:r>
                    </a:p>
                  </a:txBody>
                  <a:tcPr marL="87706" marR="87706" marT="43853" marB="9882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87299"/>
                  </a:ext>
                </a:extLst>
              </a:tr>
              <a:tr h="7092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</a:rPr>
                        <a:t>Token Format</a:t>
                      </a:r>
                    </a:p>
                  </a:txBody>
                  <a:tcPr marL="87706" marR="87706" marT="43853" marB="98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 dirty="0">
                          <a:solidFill>
                            <a:schemeClr val="tx1"/>
                          </a:solidFill>
                        </a:rPr>
                        <a:t>JSON-LD + W3C Verifiable Credentials</a:t>
                      </a:r>
                    </a:p>
                  </a:txBody>
                  <a:tcPr marL="87706" marR="87706" marT="43853" marB="9882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1679509"/>
                  </a:ext>
                </a:extLst>
              </a:tr>
              <a:tr h="445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</a:rPr>
                        <a:t>Client App (Optional)</a:t>
                      </a:r>
                    </a:p>
                  </a:txBody>
                  <a:tcPr marL="87706" marR="87706" marT="43853" marB="98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</a:rPr>
                        <a:t>.NET MAUI</a:t>
                      </a:r>
                    </a:p>
                  </a:txBody>
                  <a:tcPr marL="87706" marR="87706" marT="43853" marB="9882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7673688"/>
                  </a:ext>
                </a:extLst>
              </a:tr>
              <a:tr h="445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</a:rPr>
                        <a:t>Cloud</a:t>
                      </a:r>
                    </a:p>
                  </a:txBody>
                  <a:tcPr marL="87706" marR="87706" marT="43853" marB="98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</a:rPr>
                        <a:t>Azure / AWS</a:t>
                      </a:r>
                    </a:p>
                  </a:txBody>
                  <a:tcPr marL="87706" marR="87706" marT="43853" marB="9882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1341088"/>
                  </a:ext>
                </a:extLst>
              </a:tr>
              <a:tr h="445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</a:rPr>
                        <a:t>Logging</a:t>
                      </a:r>
                    </a:p>
                  </a:txBody>
                  <a:tcPr marL="87706" marR="87706" marT="43853" marB="98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 dirty="0" err="1">
                          <a:solidFill>
                            <a:schemeClr val="tx1"/>
                          </a:solidFill>
                        </a:rPr>
                        <a:t>Serilog</a:t>
                      </a:r>
                      <a:r>
                        <a:rPr lang="en-IN" sz="1700" cap="none" spc="0" dirty="0">
                          <a:solidFill>
                            <a:schemeClr val="tx1"/>
                          </a:solidFill>
                        </a:rPr>
                        <a:t> + </a:t>
                      </a:r>
                      <a:r>
                        <a:rPr lang="en-IN" sz="1700" cap="none" spc="0" dirty="0" err="1">
                          <a:solidFill>
                            <a:schemeClr val="tx1"/>
                          </a:solidFill>
                        </a:rPr>
                        <a:t>Seq</a:t>
                      </a:r>
                      <a:endParaRPr lang="en-IN" sz="17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87706" marR="87706" marT="43853" marB="9882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3777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6137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3520D663-828C-0F3A-D016-47689FB00C5E}"/>
              </a:ext>
            </a:extLst>
          </p:cNvPr>
          <p:cNvSpPr txBox="1"/>
          <p:nvPr/>
        </p:nvSpPr>
        <p:spPr>
          <a:xfrm>
            <a:off x="1371600" y="2286000"/>
            <a:ext cx="3282694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84048" indent="-384048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buNone/>
            </a:pPr>
            <a:r>
              <a:rPr lang="en-US" b="1">
                <a:solidFill>
                  <a:schemeClr val="tx2"/>
                </a:solidFill>
              </a:rPr>
              <a:t>Slide 10 — Security Model</a:t>
            </a:r>
          </a:p>
          <a:p>
            <a:pPr marL="384048" indent="-384048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Public-private key cryptography</a:t>
            </a:r>
          </a:p>
          <a:p>
            <a:pPr marL="384048" indent="-384048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Secure key vault for signing and storage</a:t>
            </a:r>
          </a:p>
          <a:p>
            <a:pPr marL="384048" indent="-384048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Token tamper detection and verification</a:t>
            </a:r>
          </a:p>
          <a:p>
            <a:pPr marL="384048" indent="-384048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Support for </a:t>
            </a:r>
            <a:r>
              <a:rPr lang="en-US" b="1">
                <a:solidFill>
                  <a:schemeClr val="tx2"/>
                </a:solidFill>
              </a:rPr>
              <a:t>Zero-Knowledge Proofs (ZKP)</a:t>
            </a:r>
            <a:r>
              <a:rPr lang="en-US">
                <a:solidFill>
                  <a:schemeClr val="tx2"/>
                </a:solidFill>
              </a:rPr>
              <a:t> for privacy-preserving validation</a:t>
            </a:r>
          </a:p>
        </p:txBody>
      </p:sp>
      <p:pic>
        <p:nvPicPr>
          <p:cNvPr id="9" name="Graphic 8" descr="Lock">
            <a:extLst>
              <a:ext uri="{FF2B5EF4-FFF2-40B4-BE49-F238E27FC236}">
                <a16:creationId xmlns:a16="http://schemas.microsoft.com/office/drawing/2014/main" id="{C5063A26-C08F-4C1F-6E6D-06EA6D2A7B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66126" y="645106"/>
            <a:ext cx="5247747" cy="524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344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extBox 4">
            <a:extLst>
              <a:ext uri="{FF2B5EF4-FFF2-40B4-BE49-F238E27FC236}">
                <a16:creationId xmlns:a16="http://schemas.microsoft.com/office/drawing/2014/main" id="{AA07C197-3F26-273C-AED4-8F24B16750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30419190"/>
              </p:ext>
            </p:extLst>
          </p:nvPr>
        </p:nvGraphicFramePr>
        <p:xfrm>
          <a:off x="1868992" y="592853"/>
          <a:ext cx="9103807" cy="52745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188553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E1665A6-74DB-4F44-A6EF-F01205E87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" name="TextBox 4">
            <a:extLst>
              <a:ext uri="{FF2B5EF4-FFF2-40B4-BE49-F238E27FC236}">
                <a16:creationId xmlns:a16="http://schemas.microsoft.com/office/drawing/2014/main" id="{C870AC9B-C436-87DD-4ADB-DB0D1BC50D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0837845"/>
              </p:ext>
            </p:extLst>
          </p:nvPr>
        </p:nvGraphicFramePr>
        <p:xfrm>
          <a:off x="1122972" y="2286000"/>
          <a:ext cx="9946056" cy="358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41022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diagram of a computer&#10;&#10;AI-generated content may be incorrect.">
            <a:extLst>
              <a:ext uri="{FF2B5EF4-FFF2-40B4-BE49-F238E27FC236}">
                <a16:creationId xmlns:a16="http://schemas.microsoft.com/office/drawing/2014/main" id="{F51FA979-A6A7-6010-CFC9-ED83245DF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412" y="678427"/>
            <a:ext cx="11277601" cy="609108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7F6BE59-66DD-35AC-D9DE-07CA52CC37F1}"/>
              </a:ext>
            </a:extLst>
          </p:cNvPr>
          <p:cNvSpPr/>
          <p:nvPr/>
        </p:nvSpPr>
        <p:spPr>
          <a:xfrm>
            <a:off x="1130710" y="88490"/>
            <a:ext cx="10520516" cy="5112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Slide 13 – Flow Chart Working Scenerios (Demo)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25597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4B8D647F-77E3-AE9C-6638-8CB0DE05C5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3562" y="685800"/>
            <a:ext cx="10493524" cy="14859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384048" marR="0" lvl="0" indent="-384048" defTabSz="914400" fontAlgn="base">
              <a:lnSpc>
                <a:spcPct val="89000"/>
              </a:lnSpc>
              <a:spcBef>
                <a:spcPct val="0"/>
              </a:spcBef>
              <a:spcAft>
                <a:spcPts val="200"/>
              </a:spcAft>
              <a:buClrTx/>
              <a:buSzTx/>
              <a:tabLst/>
            </a:pPr>
            <a:r>
              <a:rPr kumimoji="0" lang="en-US" altLang="en-US" sz="4400" b="1" i="0" u="none" strike="noStrike" cap="all" normalizeH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rPr>
              <a:t>Slide 14 — Roadmap</a:t>
            </a:r>
          </a:p>
          <a:p>
            <a:pPr marL="384048" marR="0" lvl="0" indent="-384048" defTabSz="914400" fontAlgn="base">
              <a:lnSpc>
                <a:spcPct val="89000"/>
              </a:lnSpc>
              <a:spcBef>
                <a:spcPct val="0"/>
              </a:spcBef>
              <a:spcAft>
                <a:spcPts val="200"/>
              </a:spcAft>
              <a:buClrTx/>
              <a:buSzTx/>
              <a:tabLst/>
            </a:pPr>
            <a:endParaRPr kumimoji="0" lang="en-US" altLang="en-US" sz="4400" b="0" i="0" u="none" strike="noStrike" cap="all" normalizeH="0">
              <a:ln>
                <a:noFill/>
              </a:ln>
              <a:solidFill>
                <a:schemeClr val="tx2"/>
              </a:solidFill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9F89C22-0475-4427-B7C8-0269AD40E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3826FB-94C6-8449-41EA-23BE449E20D0}"/>
              </a:ext>
            </a:extLst>
          </p:cNvPr>
          <p:cNvSpPr txBox="1"/>
          <p:nvPr/>
        </p:nvSpPr>
        <p:spPr>
          <a:xfrm>
            <a:off x="1023562" y="2286000"/>
            <a:ext cx="5072437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84048" indent="-384048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buNone/>
            </a:pPr>
            <a:r>
              <a:rPr lang="en-US">
                <a:solidFill>
                  <a:schemeClr val="tx2"/>
                </a:solidFill>
              </a:rPr>
              <a:t>We are a dedicated and solution-driven team, and we are confident that we can complete this project even before the proposed timeline. We have already developed and launched multiple applications in the market, including wallet-based systems that support payments without the need for internet connectivity.</a:t>
            </a:r>
          </a:p>
          <a:p>
            <a:pPr marL="384048" indent="-384048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buNone/>
            </a:pPr>
            <a:r>
              <a:rPr lang="en-US">
                <a:solidFill>
                  <a:schemeClr val="tx2"/>
                </a:solidFill>
              </a:rPr>
              <a:t>Given our experience and proven capability, if we are provided the opportunity, we will deliver this solution efficiently and in a significantly shorter time frame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AC30193-6FBE-C9BF-3407-F25EC16BC0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9482339"/>
              </p:ext>
            </p:extLst>
          </p:nvPr>
        </p:nvGraphicFramePr>
        <p:xfrm>
          <a:off x="6411641" y="2487722"/>
          <a:ext cx="5105447" cy="3267645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  <a:tableStyleId>{8799B23B-EC83-4686-B30A-512413B5E67A}</a:tableStyleId>
              </a:tblPr>
              <a:tblGrid>
                <a:gridCol w="1295190">
                  <a:extLst>
                    <a:ext uri="{9D8B030D-6E8A-4147-A177-3AD203B41FA5}">
                      <a16:colId xmlns:a16="http://schemas.microsoft.com/office/drawing/2014/main" val="334323286"/>
                    </a:ext>
                  </a:extLst>
                </a:gridCol>
                <a:gridCol w="1489851">
                  <a:extLst>
                    <a:ext uri="{9D8B030D-6E8A-4147-A177-3AD203B41FA5}">
                      <a16:colId xmlns:a16="http://schemas.microsoft.com/office/drawing/2014/main" val="2236573080"/>
                    </a:ext>
                  </a:extLst>
                </a:gridCol>
                <a:gridCol w="2320406">
                  <a:extLst>
                    <a:ext uri="{9D8B030D-6E8A-4147-A177-3AD203B41FA5}">
                      <a16:colId xmlns:a16="http://schemas.microsoft.com/office/drawing/2014/main" val="1238663885"/>
                    </a:ext>
                  </a:extLst>
                </a:gridCol>
              </a:tblGrid>
              <a:tr h="50545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Phase</a:t>
                      </a:r>
                      <a:endParaRPr lang="en-IN" sz="16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8821" marR="132633" marT="106786" marB="10678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Duration</a:t>
                      </a:r>
                      <a:endParaRPr lang="en-IN" sz="16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8821" marR="132633" marT="106786" marB="10678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Output</a:t>
                      </a:r>
                      <a:endParaRPr lang="en-IN" sz="16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8821" marR="132633" marT="106786" marB="10678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0128049"/>
                  </a:ext>
                </a:extLst>
              </a:tr>
              <a:tr h="7546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Prototype</a:t>
                      </a:r>
                      <a:endParaRPr lang="en-IN" sz="16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8821" marR="132633" marT="106786" marB="10678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30 Days</a:t>
                      </a:r>
                      <a:endParaRPr lang="en-IN" sz="16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8821" marR="132633" marT="106786" marB="10678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Working demo + Token API</a:t>
                      </a:r>
                      <a:endParaRPr lang="en-IN" sz="16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8821" marR="132633" marT="106786" marB="10678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6654133"/>
                  </a:ext>
                </a:extLst>
              </a:tr>
              <a:tr h="100378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Pilot</a:t>
                      </a:r>
                      <a:endParaRPr lang="en-IN" sz="16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8821" marR="132633" marT="106786" marB="10678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3–6 Months</a:t>
                      </a:r>
                      <a:endParaRPr lang="en-IN" sz="16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8821" marR="132633" marT="106786" marB="10678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Deployment with two FI partners + CKYCR integration</a:t>
                      </a:r>
                      <a:endParaRPr lang="en-US" sz="16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8821" marR="132633" marT="106786" marB="10678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564468"/>
                  </a:ext>
                </a:extLst>
              </a:tr>
              <a:tr h="100378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Scaling</a:t>
                      </a:r>
                      <a:endParaRPr lang="en-IN" sz="16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8821" marR="132633" marT="106786" marB="10678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1–2 Years</a:t>
                      </a:r>
                      <a:endParaRPr lang="en-IN" sz="16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8821" marR="132633" marT="106786" marB="10678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National adoption and ecosystem standardization</a:t>
                      </a:r>
                      <a:endParaRPr lang="en-US" sz="16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8821" marR="132633" marT="106786" marB="10678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3606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70823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E1665A6-74DB-4F44-A6EF-F01205E87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3" name="TextBox 18">
            <a:extLst>
              <a:ext uri="{FF2B5EF4-FFF2-40B4-BE49-F238E27FC236}">
                <a16:creationId xmlns:a16="http://schemas.microsoft.com/office/drawing/2014/main" id="{A5AECC56-E293-AC20-C864-586F96F6B5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50202985"/>
              </p:ext>
            </p:extLst>
          </p:nvPr>
        </p:nvGraphicFramePr>
        <p:xfrm>
          <a:off x="1122972" y="2286000"/>
          <a:ext cx="9946056" cy="358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435569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9F89C22-0475-4427-B7C8-0269AD40E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8" name="Picture 7" descr="A diagram of a computer&#10;&#10;AI-generated content may be incorrect.">
            <a:extLst>
              <a:ext uri="{FF2B5EF4-FFF2-40B4-BE49-F238E27FC236}">
                <a16:creationId xmlns:a16="http://schemas.microsoft.com/office/drawing/2014/main" id="{491D4BC6-877D-219A-F364-63600F3A6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6391" y="175846"/>
            <a:ext cx="8741571" cy="6576646"/>
          </a:xfrm>
          <a:prstGeom prst="rect">
            <a:avLst/>
          </a:prstGeom>
        </p:spPr>
      </p:pic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4A301C28-C7B6-1AC2-7492-A044B5DF8C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5351537"/>
              </p:ext>
            </p:extLst>
          </p:nvPr>
        </p:nvGraphicFramePr>
        <p:xfrm>
          <a:off x="1023562" y="175846"/>
          <a:ext cx="2382829" cy="65063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104976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6C2997EE-0889-44C3-AC0D-18F26AC9AA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white card with black writing on it next to a pen&#10;&#10;AI-generated content may be incorrect.">
            <a:extLst>
              <a:ext uri="{FF2B5EF4-FFF2-40B4-BE49-F238E27FC236}">
                <a16:creationId xmlns:a16="http://schemas.microsoft.com/office/drawing/2014/main" id="{B92FAC0D-218E-F146-AC97-527EFB247C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538" r="-3" b="20578"/>
          <a:stretch>
            <a:fillRect/>
          </a:stretch>
        </p:blipFill>
        <p:spPr>
          <a:xfrm>
            <a:off x="20" y="10"/>
            <a:ext cx="7215381" cy="2969294"/>
          </a:xfrm>
          <a:custGeom>
            <a:avLst/>
            <a:gdLst/>
            <a:ahLst/>
            <a:cxnLst/>
            <a:rect l="l" t="t" r="r" b="b"/>
            <a:pathLst>
              <a:path w="7215401" h="2969304">
                <a:moveTo>
                  <a:pt x="0" y="0"/>
                </a:moveTo>
                <a:lnTo>
                  <a:pt x="677334" y="0"/>
                </a:lnTo>
                <a:lnTo>
                  <a:pt x="1168036" y="0"/>
                </a:lnTo>
                <a:lnTo>
                  <a:pt x="1205499" y="0"/>
                </a:lnTo>
                <a:lnTo>
                  <a:pt x="1647632" y="0"/>
                </a:lnTo>
                <a:lnTo>
                  <a:pt x="7215401" y="0"/>
                </a:lnTo>
                <a:lnTo>
                  <a:pt x="5840224" y="2969304"/>
                </a:lnTo>
                <a:lnTo>
                  <a:pt x="0" y="2969304"/>
                </a:lnTo>
                <a:close/>
              </a:path>
            </a:pathLst>
          </a:custGeom>
        </p:spPr>
      </p:pic>
      <p:pic>
        <p:nvPicPr>
          <p:cNvPr id="13" name="Picture 12" descr="A black background with white dots&#10;&#10;AI-generated content may be incorrect.">
            <a:extLst>
              <a:ext uri="{FF2B5EF4-FFF2-40B4-BE49-F238E27FC236}">
                <a16:creationId xmlns:a16="http://schemas.microsoft.com/office/drawing/2014/main" id="{260C75FD-7194-4121-77DF-5612C38D85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5263" b="1"/>
          <a:stretch>
            <a:fillRect/>
          </a:stretch>
        </p:blipFill>
        <p:spPr>
          <a:xfrm>
            <a:off x="5622233" y="10"/>
            <a:ext cx="6569769" cy="3750724"/>
          </a:xfrm>
          <a:custGeom>
            <a:avLst/>
            <a:gdLst/>
            <a:ahLst/>
            <a:cxnLst/>
            <a:rect l="l" t="t" r="r" b="b"/>
            <a:pathLst>
              <a:path w="6569769" h="3750734">
                <a:moveTo>
                  <a:pt x="1738471" y="0"/>
                </a:moveTo>
                <a:lnTo>
                  <a:pt x="6569769" y="0"/>
                </a:lnTo>
                <a:lnTo>
                  <a:pt x="6569769" y="3750734"/>
                </a:lnTo>
                <a:lnTo>
                  <a:pt x="0" y="3750734"/>
                </a:lnTo>
                <a:close/>
              </a:path>
            </a:pathLst>
          </a:custGeom>
        </p:spPr>
      </p:pic>
      <p:pic>
        <p:nvPicPr>
          <p:cNvPr id="7" name="Picture 6" descr="A blue and white logo&#10;&#10;AI-generated content may be incorrect.">
            <a:extLst>
              <a:ext uri="{FF2B5EF4-FFF2-40B4-BE49-F238E27FC236}">
                <a16:creationId xmlns:a16="http://schemas.microsoft.com/office/drawing/2014/main" id="{DCB60140-F5D2-2F86-2FD6-332502D71ED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5387" b="13984"/>
          <a:stretch>
            <a:fillRect/>
          </a:stretch>
        </p:blipFill>
        <p:spPr>
          <a:xfrm>
            <a:off x="4182011" y="3887894"/>
            <a:ext cx="8009991" cy="2970106"/>
          </a:xfrm>
          <a:custGeom>
            <a:avLst/>
            <a:gdLst/>
            <a:ahLst/>
            <a:cxnLst/>
            <a:rect l="l" t="t" r="r" b="b"/>
            <a:pathLst>
              <a:path w="8009991" h="2970106">
                <a:moveTo>
                  <a:pt x="1376648" y="0"/>
                </a:moveTo>
                <a:lnTo>
                  <a:pt x="8009991" y="0"/>
                </a:lnTo>
                <a:lnTo>
                  <a:pt x="8009991" y="2970106"/>
                </a:lnTo>
                <a:lnTo>
                  <a:pt x="0" y="2970106"/>
                </a:lnTo>
                <a:close/>
              </a:path>
            </a:pathLst>
          </a:custGeom>
        </p:spPr>
      </p:pic>
      <p:pic>
        <p:nvPicPr>
          <p:cNvPr id="9" name="Picture 8" descr="A black and gold sign with a tiger and a tree&#10;&#10;AI-generated content may be incorrect.">
            <a:extLst>
              <a:ext uri="{FF2B5EF4-FFF2-40B4-BE49-F238E27FC236}">
                <a16:creationId xmlns:a16="http://schemas.microsoft.com/office/drawing/2014/main" id="{0773C46A-41A2-619D-2D9D-6FF59A10B0B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" b="19447"/>
          <a:stretch>
            <a:fillRect/>
          </a:stretch>
        </p:blipFill>
        <p:spPr>
          <a:xfrm>
            <a:off x="1" y="3106464"/>
            <a:ext cx="6209553" cy="3751536"/>
          </a:xfrm>
          <a:custGeom>
            <a:avLst/>
            <a:gdLst/>
            <a:ahLst/>
            <a:cxnLst/>
            <a:rect l="l" t="t" r="r" b="b"/>
            <a:pathLst>
              <a:path w="6209553" h="3751536">
                <a:moveTo>
                  <a:pt x="0" y="0"/>
                </a:moveTo>
                <a:lnTo>
                  <a:pt x="5776701" y="0"/>
                </a:lnTo>
                <a:lnTo>
                  <a:pt x="4041567" y="3746529"/>
                </a:lnTo>
                <a:lnTo>
                  <a:pt x="6209553" y="3746529"/>
                </a:lnTo>
                <a:lnTo>
                  <a:pt x="6209553" y="3746530"/>
                </a:lnTo>
                <a:lnTo>
                  <a:pt x="1647632" y="3746530"/>
                </a:lnTo>
                <a:lnTo>
                  <a:pt x="1647632" y="3751536"/>
                </a:lnTo>
                <a:lnTo>
                  <a:pt x="0" y="3751536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139958374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{DB8A649F-32C9-4024-9C1A-6D68D9E7E86F}tf10001105</Template>
  <TotalTime>419</TotalTime>
  <Words>749</Words>
  <Application>Microsoft Office PowerPoint</Application>
  <PresentationFormat>Widescreen</PresentationFormat>
  <Paragraphs>123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Franklin Gothic Book</vt:lpstr>
      <vt:lpstr>Crop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Shubham Kumar Vishnoi</dc:creator>
  <cp:lastModifiedBy>Shubham Kumar Vishnoi</cp:lastModifiedBy>
  <cp:revision>2</cp:revision>
  <dcterms:created xsi:type="dcterms:W3CDTF">2025-11-23T07:39:00Z</dcterms:created>
  <dcterms:modified xsi:type="dcterms:W3CDTF">2025-11-23T14:38:03Z</dcterms:modified>
</cp:coreProperties>
</file>